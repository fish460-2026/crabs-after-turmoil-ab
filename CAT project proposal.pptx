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65" r:id="rId4"/>
    <p:sldId id="266" r:id="rId5"/>
    <p:sldId id="270" r:id="rId6"/>
    <p:sldId id="267" r:id="rId7"/>
    <p:sldId id="273" r:id="rId8"/>
    <p:sldId id="272" r:id="rId9"/>
    <p:sldId id="268" r:id="rId10"/>
    <p:sldId id="271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077C1-CEB0-C296-BE15-42AB001959A7}" v="2376" dt="2026-04-21T19:41:29.437"/>
    <p1510:client id="{280DD4B8-D5B7-4400-A568-7252B15A9A12}" v="213" dt="2026-04-21T19:48:56.513"/>
    <p1510:client id="{319DC2DE-64A5-44F5-E5A1-CBF76512A567}" v="3" dt="2026-04-21T02:12:11.818"/>
    <p1510:client id="{42A19CA2-3ADF-3456-353F-02BBD7322131}" v="196" dt="2026-04-21T03:30:03.180"/>
    <p1510:client id="{4D278375-9B3A-1EC1-0D29-C90A02E7AF6D}" v="37" dt="2026-04-20T23:18:43.598"/>
    <p1510:client id="{6F74CCAD-9D4D-2ECB-0CE3-E6D1289A449C}" v="2" dt="2026-04-20T23:08:06.170"/>
    <p1510:client id="{C256AC6A-2541-72E1-C965-6708C115A577}" v="38" dt="2026-04-21T17:50:02.933"/>
    <p1510:client id="{CC4E9EBE-E0BD-1877-C534-8F79F627713C}" v="184" dt="2026-04-21T04:27:27.285"/>
    <p1510:client id="{F62C55C6-F5CC-56A7-9A37-2378DE304EFE}" v="152" dt="2026-04-21T19:50:52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CD870BE-787F-19FC-556B-2F0233DF223C}"/>
    <pc:docChg chg="addSld modSld sldOrd">
      <pc:chgData name="Guest User" userId="" providerId="Windows Live" clId="Web-{DCD870BE-787F-19FC-556B-2F0233DF223C}" dt="2026-04-19T18:16:45.416" v="27" actId="1076"/>
      <pc:docMkLst>
        <pc:docMk/>
      </pc:docMkLst>
    </pc:docChg>
  </pc:docChgLst>
  <pc:docChgLst>
    <pc:chgData name="Guest User" providerId="Windows Live" clId="Web-{CC4E9EBE-E0BD-1877-C534-8F79F627713C}"/>
    <pc:docChg chg="addSld delSld modSld">
      <pc:chgData name="Guest User" userId="" providerId="Windows Live" clId="Web-{CC4E9EBE-E0BD-1877-C534-8F79F627713C}" dt="2026-04-21T04:27:27.285" v="185" actId="20577"/>
      <pc:docMkLst>
        <pc:docMk/>
      </pc:docMkLst>
      <pc:sldChg chg="del">
        <pc:chgData name="Guest User" userId="" providerId="Windows Live" clId="Web-{CC4E9EBE-E0BD-1877-C534-8F79F627713C}" dt="2026-04-21T04:21:13.242" v="41"/>
        <pc:sldMkLst>
          <pc:docMk/>
          <pc:sldMk cId="449378700" sldId="256"/>
        </pc:sldMkLst>
      </pc:sldChg>
      <pc:sldChg chg="del">
        <pc:chgData name="Guest User" userId="" providerId="Windows Live" clId="Web-{CC4E9EBE-E0BD-1877-C534-8F79F627713C}" dt="2026-04-21T04:21:24.601" v="45"/>
        <pc:sldMkLst>
          <pc:docMk/>
          <pc:sldMk cId="2256108001" sldId="257"/>
        </pc:sldMkLst>
      </pc:sldChg>
      <pc:sldChg chg="del">
        <pc:chgData name="Guest User" userId="" providerId="Windows Live" clId="Web-{CC4E9EBE-E0BD-1877-C534-8F79F627713C}" dt="2026-04-21T04:21:18.320" v="44"/>
        <pc:sldMkLst>
          <pc:docMk/>
          <pc:sldMk cId="1088493592" sldId="258"/>
        </pc:sldMkLst>
      </pc:sldChg>
      <pc:sldChg chg="del">
        <pc:chgData name="Guest User" userId="" providerId="Windows Live" clId="Web-{CC4E9EBE-E0BD-1877-C534-8F79F627713C}" dt="2026-04-21T04:21:15.148" v="42"/>
        <pc:sldMkLst>
          <pc:docMk/>
          <pc:sldMk cId="1706184129" sldId="259"/>
        </pc:sldMkLst>
      </pc:sldChg>
      <pc:sldChg chg="del">
        <pc:chgData name="Guest User" userId="" providerId="Windows Live" clId="Web-{CC4E9EBE-E0BD-1877-C534-8F79F627713C}" dt="2026-04-21T04:21:16.741" v="43"/>
        <pc:sldMkLst>
          <pc:docMk/>
          <pc:sldMk cId="1463889240" sldId="260"/>
        </pc:sldMkLst>
      </pc:sldChg>
      <pc:sldChg chg="del">
        <pc:chgData name="Guest User" userId="" providerId="Windows Live" clId="Web-{CC4E9EBE-E0BD-1877-C534-8F79F627713C}" dt="2026-04-21T04:21:28.741" v="47"/>
        <pc:sldMkLst>
          <pc:docMk/>
          <pc:sldMk cId="2991665975" sldId="261"/>
        </pc:sldMkLst>
      </pc:sldChg>
      <pc:sldChg chg="del">
        <pc:chgData name="Guest User" userId="" providerId="Windows Live" clId="Web-{CC4E9EBE-E0BD-1877-C534-8F79F627713C}" dt="2026-04-21T04:21:26.179" v="46"/>
        <pc:sldMkLst>
          <pc:docMk/>
          <pc:sldMk cId="1413362137" sldId="262"/>
        </pc:sldMkLst>
      </pc:sldChg>
      <pc:sldChg chg="modSp">
        <pc:chgData name="Guest User" userId="" providerId="Windows Live" clId="Web-{CC4E9EBE-E0BD-1877-C534-8F79F627713C}" dt="2026-04-21T04:23:12.553" v="92" actId="1076"/>
        <pc:sldMkLst>
          <pc:docMk/>
          <pc:sldMk cId="1158570291" sldId="263"/>
        </pc:sldMkLst>
        <pc:spChg chg="mod">
          <ac:chgData name="Guest User" userId="" providerId="Windows Live" clId="Web-{CC4E9EBE-E0BD-1877-C534-8F79F627713C}" dt="2026-04-21T04:23:12.553" v="92" actId="1076"/>
          <ac:spMkLst>
            <pc:docMk/>
            <pc:sldMk cId="1158570291" sldId="263"/>
            <ac:spMk id="7" creationId="{5FEB44C6-646D-8CAE-15A5-8CE42FADDFCD}"/>
          </ac:spMkLst>
        </pc:spChg>
      </pc:sldChg>
      <pc:sldChg chg="modSp">
        <pc:chgData name="Guest User" userId="" providerId="Windows Live" clId="Web-{CC4E9EBE-E0BD-1877-C534-8F79F627713C}" dt="2026-04-21T04:27:27.285" v="185" actId="20577"/>
        <pc:sldMkLst>
          <pc:docMk/>
          <pc:sldMk cId="3410288747" sldId="264"/>
        </pc:sldMkLst>
        <pc:spChg chg="mod">
          <ac:chgData name="Guest User" userId="" providerId="Windows Live" clId="Web-{CC4E9EBE-E0BD-1877-C534-8F79F627713C}" dt="2026-04-21T04:27:27.285" v="185" actId="20577"/>
          <ac:spMkLst>
            <pc:docMk/>
            <pc:sldMk cId="3410288747" sldId="264"/>
            <ac:spMk id="3" creationId="{200BEE0E-C3A4-D083-75EF-40E7682B6338}"/>
          </ac:spMkLst>
        </pc:spChg>
      </pc:sldChg>
      <pc:sldChg chg="modSp">
        <pc:chgData name="Guest User" userId="" providerId="Windows Live" clId="Web-{CC4E9EBE-E0BD-1877-C534-8F79F627713C}" dt="2026-04-21T04:26:07.598" v="167" actId="20577"/>
        <pc:sldMkLst>
          <pc:docMk/>
          <pc:sldMk cId="558186841" sldId="265"/>
        </pc:sldMkLst>
        <pc:spChg chg="mod">
          <ac:chgData name="Guest User" userId="" providerId="Windows Live" clId="Web-{CC4E9EBE-E0BD-1877-C534-8F79F627713C}" dt="2026-04-21T04:26:07.598" v="167" actId="20577"/>
          <ac:spMkLst>
            <pc:docMk/>
            <pc:sldMk cId="558186841" sldId="265"/>
            <ac:spMk id="3" creationId="{01EC7348-6AF4-A77E-9E46-46E64A6E8CD8}"/>
          </ac:spMkLst>
        </pc:spChg>
      </pc:sldChg>
      <pc:sldChg chg="modSp">
        <pc:chgData name="Guest User" userId="" providerId="Windows Live" clId="Web-{CC4E9EBE-E0BD-1877-C534-8F79F627713C}" dt="2026-04-21T03:31:50.333" v="1" actId="20577"/>
        <pc:sldMkLst>
          <pc:docMk/>
          <pc:sldMk cId="2343339502" sldId="266"/>
        </pc:sldMkLst>
        <pc:spChg chg="mod">
          <ac:chgData name="Guest User" userId="" providerId="Windows Live" clId="Web-{CC4E9EBE-E0BD-1877-C534-8F79F627713C}" dt="2026-04-21T03:31:50.333" v="1" actId="20577"/>
          <ac:spMkLst>
            <pc:docMk/>
            <pc:sldMk cId="2343339502" sldId="266"/>
            <ac:spMk id="3" creationId="{FFA3A211-12D8-ACFE-EB20-CA46F7883FB1}"/>
          </ac:spMkLst>
        </pc:spChg>
      </pc:sldChg>
      <pc:sldChg chg="modSp">
        <pc:chgData name="Guest User" userId="" providerId="Windows Live" clId="Web-{CC4E9EBE-E0BD-1877-C534-8F79F627713C}" dt="2026-04-21T04:23:01.396" v="91" actId="1076"/>
        <pc:sldMkLst>
          <pc:docMk/>
          <pc:sldMk cId="2260507244" sldId="269"/>
        </pc:sldMkLst>
        <pc:spChg chg="mod">
          <ac:chgData name="Guest User" userId="" providerId="Windows Live" clId="Web-{CC4E9EBE-E0BD-1877-C534-8F79F627713C}" dt="2026-04-21T04:23:01.396" v="91" actId="1076"/>
          <ac:spMkLst>
            <pc:docMk/>
            <pc:sldMk cId="2260507244" sldId="269"/>
            <ac:spMk id="2" creationId="{39EDB03F-D283-6418-E4D6-2216F5978817}"/>
          </ac:spMkLst>
        </pc:spChg>
        <pc:spChg chg="mod">
          <ac:chgData name="Guest User" userId="" providerId="Windows Live" clId="Web-{CC4E9EBE-E0BD-1877-C534-8F79F627713C}" dt="2026-04-21T04:22:44.069" v="85" actId="1076"/>
          <ac:spMkLst>
            <pc:docMk/>
            <pc:sldMk cId="2260507244" sldId="269"/>
            <ac:spMk id="3" creationId="{38A3E542-7863-2B66-EDEE-57F8765403DA}"/>
          </ac:spMkLst>
        </pc:spChg>
        <pc:spChg chg="mod">
          <ac:chgData name="Guest User" userId="" providerId="Windows Live" clId="Web-{CC4E9EBE-E0BD-1877-C534-8F79F627713C}" dt="2026-04-21T04:22:36.819" v="82" actId="1076"/>
          <ac:spMkLst>
            <pc:docMk/>
            <pc:sldMk cId="2260507244" sldId="269"/>
            <ac:spMk id="6" creationId="{D33128F3-20AB-B301-B99C-77649FDD796E}"/>
          </ac:spMkLst>
        </pc:spChg>
        <pc:spChg chg="mod">
          <ac:chgData name="Guest User" userId="" providerId="Windows Live" clId="Web-{CC4E9EBE-E0BD-1877-C534-8F79F627713C}" dt="2026-04-21T04:22:36.819" v="83" actId="1076"/>
          <ac:spMkLst>
            <pc:docMk/>
            <pc:sldMk cId="2260507244" sldId="269"/>
            <ac:spMk id="7" creationId="{0F5FBA5C-455D-A9FC-0F39-F8B7C55EBCBA}"/>
          </ac:spMkLst>
        </pc:spChg>
        <pc:spChg chg="mod">
          <ac:chgData name="Guest User" userId="" providerId="Windows Live" clId="Web-{CC4E9EBE-E0BD-1877-C534-8F79F627713C}" dt="2026-04-21T04:22:36.834" v="84" actId="1076"/>
          <ac:spMkLst>
            <pc:docMk/>
            <pc:sldMk cId="2260507244" sldId="269"/>
            <ac:spMk id="8" creationId="{16E37E35-3231-A0A2-753F-41273F9E684B}"/>
          </ac:spMkLst>
        </pc:spChg>
        <pc:cxnChg chg="mod">
          <ac:chgData name="Guest User" userId="" providerId="Windows Live" clId="Web-{CC4E9EBE-E0BD-1877-C534-8F79F627713C}" dt="2026-04-21T04:22:36.803" v="80" actId="1076"/>
          <ac:cxnSpMkLst>
            <pc:docMk/>
            <pc:sldMk cId="2260507244" sldId="269"/>
            <ac:cxnSpMk id="4" creationId="{CB9734FE-F961-4CB6-7554-65F5DA61638A}"/>
          </ac:cxnSpMkLst>
        </pc:cxnChg>
        <pc:cxnChg chg="mod">
          <ac:chgData name="Guest User" userId="" providerId="Windows Live" clId="Web-{CC4E9EBE-E0BD-1877-C534-8F79F627713C}" dt="2026-04-21T04:22:36.803" v="81" actId="1076"/>
          <ac:cxnSpMkLst>
            <pc:docMk/>
            <pc:sldMk cId="2260507244" sldId="269"/>
            <ac:cxnSpMk id="5" creationId="{7836F9DC-DD1F-12C3-06BF-F2E285D67A3B}"/>
          </ac:cxnSpMkLst>
        </pc:cxnChg>
      </pc:sldChg>
      <pc:sldChg chg="del">
        <pc:chgData name="Guest User" userId="" providerId="Windows Live" clId="Web-{CC4E9EBE-E0BD-1877-C534-8F79F627713C}" dt="2026-04-21T03:31:44.880" v="0"/>
        <pc:sldMkLst>
          <pc:docMk/>
          <pc:sldMk cId="381062637" sldId="271"/>
        </pc:sldMkLst>
      </pc:sldChg>
      <pc:sldChg chg="new del">
        <pc:chgData name="Guest User" userId="" providerId="Windows Live" clId="Web-{CC4E9EBE-E0BD-1877-C534-8F79F627713C}" dt="2026-04-21T04:21:48.663" v="49"/>
        <pc:sldMkLst>
          <pc:docMk/>
          <pc:sldMk cId="756292046" sldId="271"/>
        </pc:sldMkLst>
      </pc:sldChg>
      <pc:sldChg chg="delSp modSp add replId">
        <pc:chgData name="Guest User" userId="" providerId="Windows Live" clId="Web-{CC4E9EBE-E0BD-1877-C534-8F79F627713C}" dt="2026-04-21T04:22:21.600" v="79" actId="20577"/>
        <pc:sldMkLst>
          <pc:docMk/>
          <pc:sldMk cId="3990552920" sldId="271"/>
        </pc:sldMkLst>
        <pc:spChg chg="mod">
          <ac:chgData name="Guest User" userId="" providerId="Windows Live" clId="Web-{CC4E9EBE-E0BD-1877-C534-8F79F627713C}" dt="2026-04-21T04:22:21.600" v="79" actId="20577"/>
          <ac:spMkLst>
            <pc:docMk/>
            <pc:sldMk cId="3990552920" sldId="271"/>
            <ac:spMk id="2" creationId="{A57791FF-1763-438D-989F-625A7E458D9F}"/>
          </ac:spMkLst>
        </pc:spChg>
        <pc:spChg chg="del mod">
          <ac:chgData name="Guest User" userId="" providerId="Windows Live" clId="Web-{CC4E9EBE-E0BD-1877-C534-8F79F627713C}" dt="2026-04-21T04:21:57.522" v="52"/>
          <ac:spMkLst>
            <pc:docMk/>
            <pc:sldMk cId="3990552920" sldId="271"/>
            <ac:spMk id="3" creationId="{75C4D9B9-31A8-7919-C1F0-7F7DE411382E}"/>
          </ac:spMkLst>
        </pc:spChg>
      </pc:sldChg>
    </pc:docChg>
  </pc:docChgLst>
  <pc:docChgLst>
    <pc:chgData name="Guest User" providerId="Windows Live" clId="Web-{C256AC6A-2541-72E1-C965-6708C115A577}"/>
    <pc:docChg chg="addSld delSld modSld">
      <pc:chgData name="Guest User" userId="" providerId="Windows Live" clId="Web-{C256AC6A-2541-72E1-C965-6708C115A577}" dt="2026-04-21T17:50:02.933" v="36" actId="20577"/>
      <pc:docMkLst>
        <pc:docMk/>
      </pc:docMkLst>
      <pc:sldChg chg="addSp delSp modSp">
        <pc:chgData name="Guest User" userId="" providerId="Windows Live" clId="Web-{C256AC6A-2541-72E1-C965-6708C115A577}" dt="2026-04-21T17:32:11.801" v="3"/>
        <pc:sldMkLst>
          <pc:docMk/>
          <pc:sldMk cId="3410288747" sldId="264"/>
        </pc:sldMkLst>
        <pc:picChg chg="add del mod">
          <ac:chgData name="Guest User" userId="" providerId="Windows Live" clId="Web-{C256AC6A-2541-72E1-C965-6708C115A577}" dt="2026-04-21T17:32:11.801" v="3"/>
          <ac:picMkLst>
            <pc:docMk/>
            <pc:sldMk cId="3410288747" sldId="264"/>
            <ac:picMk id="4" creationId="{E4DA12C6-2816-150C-5D1B-10B96E4B6AA1}"/>
          </ac:picMkLst>
        </pc:picChg>
      </pc:sldChg>
      <pc:sldChg chg="modSp">
        <pc:chgData name="Guest User" userId="" providerId="Windows Live" clId="Web-{C256AC6A-2541-72E1-C965-6708C115A577}" dt="2026-04-21T17:33:53.660" v="32" actId="20577"/>
        <pc:sldMkLst>
          <pc:docMk/>
          <pc:sldMk cId="2643062301" sldId="267"/>
        </pc:sldMkLst>
        <pc:spChg chg="mod">
          <ac:chgData name="Guest User" userId="" providerId="Windows Live" clId="Web-{C256AC6A-2541-72E1-C965-6708C115A577}" dt="2026-04-21T17:33:53.660" v="32" actId="20577"/>
          <ac:spMkLst>
            <pc:docMk/>
            <pc:sldMk cId="2643062301" sldId="267"/>
            <ac:spMk id="28" creationId="{F952847A-DD70-7F58-36E9-C5D5C08332E7}"/>
          </ac:spMkLst>
        </pc:spChg>
      </pc:sldChg>
      <pc:sldChg chg="modSp add replId">
        <pc:chgData name="Guest User" userId="" providerId="Windows Live" clId="Web-{C256AC6A-2541-72E1-C965-6708C115A577}" dt="2026-04-21T17:50:02.933" v="36" actId="20577"/>
        <pc:sldMkLst>
          <pc:docMk/>
          <pc:sldMk cId="2550508415" sldId="272"/>
        </pc:sldMkLst>
        <pc:spChg chg="mod">
          <ac:chgData name="Guest User" userId="" providerId="Windows Live" clId="Web-{C256AC6A-2541-72E1-C965-6708C115A577}" dt="2026-04-21T17:32:39.504" v="11" actId="20577"/>
          <ac:spMkLst>
            <pc:docMk/>
            <pc:sldMk cId="2550508415" sldId="272"/>
            <ac:spMk id="2" creationId="{ED5F0A0C-4445-4863-8E84-91F7D9E0D9FA}"/>
          </ac:spMkLst>
        </pc:spChg>
        <pc:spChg chg="mod">
          <ac:chgData name="Guest User" userId="" providerId="Windows Live" clId="Web-{C256AC6A-2541-72E1-C965-6708C115A577}" dt="2026-04-21T17:50:02.933" v="36" actId="20577"/>
          <ac:spMkLst>
            <pc:docMk/>
            <pc:sldMk cId="2550508415" sldId="272"/>
            <ac:spMk id="3" creationId="{ADEF0329-6731-68BF-9220-C7E4F21BADF8}"/>
          </ac:spMkLst>
        </pc:spChg>
      </pc:sldChg>
      <pc:sldChg chg="new del">
        <pc:chgData name="Guest User" userId="" providerId="Windows Live" clId="Web-{C256AC6A-2541-72E1-C965-6708C115A577}" dt="2026-04-21T17:32:23.379" v="5"/>
        <pc:sldMkLst>
          <pc:docMk/>
          <pc:sldMk cId="4155592759" sldId="272"/>
        </pc:sldMkLst>
      </pc:sldChg>
    </pc:docChg>
  </pc:docChgLst>
  <pc:docChgLst>
    <pc:chgData name="Guest User" providerId="Windows Live" clId="Web-{9414D2CE-6126-C38E-91F5-539430DABFCF}"/>
    <pc:docChg chg="modSld modMainMaster">
      <pc:chgData name="Guest User" userId="" providerId="Windows Live" clId="Web-{9414D2CE-6126-C38E-91F5-539430DABFCF}" dt="2026-04-20T02:58:51.999" v="60"/>
      <pc:docMkLst>
        <pc:docMk/>
      </pc:docMkLst>
      <pc:sldChg chg="addSp delSp modSp mod modMedia addAnim delAnim">
        <pc:chgData name="Guest User" userId="" providerId="Windows Live" clId="Web-{9414D2CE-6126-C38E-91F5-539430DABFCF}" dt="2026-04-20T02:58:51.999" v="60"/>
        <pc:sldMkLst>
          <pc:docMk/>
          <pc:sldMk cId="449378700" sldId="256"/>
        </pc:sldMkLst>
        <pc:picChg chg="add del mod">
          <ac:chgData name="Guest User" userId="" providerId="Windows Live" clId="Web-{9414D2CE-6126-C38E-91F5-539430DABFCF}" dt="2026-04-20T02:58:51.999" v="60"/>
          <ac:picMkLst>
            <pc:docMk/>
            <pc:sldMk cId="449378700" sldId="256"/>
            <ac:picMk id="6" creationId="{7BB00F7E-4797-C431-7DA8-A791F1180D9C}"/>
          </ac:picMkLst>
        </pc:picChg>
      </pc:sldChg>
      <pc:sldChg chg="mod">
        <pc:chgData name="Guest User" userId="" providerId="Windows Live" clId="Web-{9414D2CE-6126-C38E-91F5-539430DABFCF}" dt="2026-04-20T02:58:45.671" v="59"/>
        <pc:sldMkLst>
          <pc:docMk/>
          <pc:sldMk cId="2256108001" sldId="257"/>
        </pc:sldMkLst>
      </pc:sldChg>
      <pc:sldChg chg="modSp mod">
        <pc:chgData name="Guest User" userId="" providerId="Windows Live" clId="Web-{9414D2CE-6126-C38E-91F5-539430DABFCF}" dt="2026-04-20T02:58:45.671" v="59"/>
        <pc:sldMkLst>
          <pc:docMk/>
          <pc:sldMk cId="1088493592" sldId="258"/>
        </pc:sldMkLst>
        <pc:spChg chg="mod">
          <ac:chgData name="Guest User" userId="" providerId="Windows Live" clId="Web-{9414D2CE-6126-C38E-91F5-539430DABFCF}" dt="2026-04-20T02:56:19.203" v="12" actId="1076"/>
          <ac:spMkLst>
            <pc:docMk/>
            <pc:sldMk cId="1088493592" sldId="258"/>
            <ac:spMk id="3" creationId="{C0C3A389-00C8-39B4-F346-DD248CFAE905}"/>
          </ac:spMkLst>
        </pc:spChg>
      </pc:sldChg>
      <pc:sldChg chg="modSp mod">
        <pc:chgData name="Guest User" userId="" providerId="Windows Live" clId="Web-{9414D2CE-6126-C38E-91F5-539430DABFCF}" dt="2026-04-20T02:58:45.671" v="59"/>
        <pc:sldMkLst>
          <pc:docMk/>
          <pc:sldMk cId="1706184129" sldId="259"/>
        </pc:sldMkLst>
        <pc:spChg chg="mod">
          <ac:chgData name="Guest User" userId="" providerId="Windows Live" clId="Web-{9414D2CE-6126-C38E-91F5-539430DABFCF}" dt="2026-04-20T02:55:40.421" v="0" actId="20577"/>
          <ac:spMkLst>
            <pc:docMk/>
            <pc:sldMk cId="1706184129" sldId="259"/>
            <ac:spMk id="2" creationId="{30343D43-50FB-EA76-03B2-E02CF6D0C6D2}"/>
          </ac:spMkLst>
        </pc:spChg>
        <pc:spChg chg="mod">
          <ac:chgData name="Guest User" userId="" providerId="Windows Live" clId="Web-{9414D2CE-6126-C38E-91F5-539430DABFCF}" dt="2026-04-20T02:57:45.124" v="57" actId="20577"/>
          <ac:spMkLst>
            <pc:docMk/>
            <pc:sldMk cId="1706184129" sldId="259"/>
            <ac:spMk id="3" creationId="{F36F952E-C762-EA03-8293-6C14AEEA8E4D}"/>
          </ac:spMkLst>
        </pc:spChg>
      </pc:sldChg>
      <pc:sldChg chg="modSp mod">
        <pc:chgData name="Guest User" userId="" providerId="Windows Live" clId="Web-{9414D2CE-6126-C38E-91F5-539430DABFCF}" dt="2026-04-20T02:58:45.671" v="59"/>
        <pc:sldMkLst>
          <pc:docMk/>
          <pc:sldMk cId="1463889240" sldId="260"/>
        </pc:sldMkLst>
        <pc:spChg chg="mod">
          <ac:chgData name="Guest User" userId="" providerId="Windows Live" clId="Web-{9414D2CE-6126-C38E-91F5-539430DABFCF}" dt="2026-04-20T02:55:57.156" v="5" actId="20577"/>
          <ac:spMkLst>
            <pc:docMk/>
            <pc:sldMk cId="1463889240" sldId="260"/>
            <ac:spMk id="3" creationId="{AA101317-1E83-D5D0-8B4D-3352308ECE00}"/>
          </ac:spMkLst>
        </pc:spChg>
      </pc:sldChg>
      <pc:sldChg chg="modSp mod">
        <pc:chgData name="Guest User" userId="" providerId="Windows Live" clId="Web-{9414D2CE-6126-C38E-91F5-539430DABFCF}" dt="2026-04-20T02:58:45.671" v="59"/>
        <pc:sldMkLst>
          <pc:docMk/>
          <pc:sldMk cId="2991665975" sldId="261"/>
        </pc:sldMkLst>
        <pc:spChg chg="mod">
          <ac:chgData name="Guest User" userId="" providerId="Windows Live" clId="Web-{9414D2CE-6126-C38E-91F5-539430DABFCF}" dt="2026-04-20T02:56:35.577" v="15" actId="1076"/>
          <ac:spMkLst>
            <pc:docMk/>
            <pc:sldMk cId="2991665975" sldId="261"/>
            <ac:spMk id="2" creationId="{C92BC590-4FA9-EEBC-F2E0-2F27C14B3F5D}"/>
          </ac:spMkLst>
        </pc:spChg>
      </pc:sldChg>
      <pc:sldMasterChg chg="mod setBg modSldLayout">
        <pc:chgData name="Guest User" userId="" providerId="Windows Live" clId="Web-{9414D2CE-6126-C38E-91F5-539430DABFCF}" dt="2026-04-20T02:58:45.671" v="59"/>
        <pc:sldMasterMkLst>
          <pc:docMk/>
          <pc:sldMasterMk cId="3598445342" sldId="2147483648"/>
        </pc:sldMasterMkLst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3052120503" sldId="2147483649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3460806567" sldId="2147483650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596812152" sldId="2147483651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172004349" sldId="2147483652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7142315" sldId="2147483653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1990813977" sldId="2147483654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393252762" sldId="2147483655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2728148027" sldId="2147483656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1011284863" sldId="2147483657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3737733547" sldId="2147483658"/>
          </pc:sldLayoutMkLst>
        </pc:sldLayoutChg>
        <pc:sldLayoutChg chg="mod">
          <pc:chgData name="Guest User" userId="" providerId="Windows Live" clId="Web-{9414D2CE-6126-C38E-91F5-539430DABFCF}" dt="2026-04-20T02:58:45.671" v="59"/>
          <pc:sldLayoutMkLst>
            <pc:docMk/>
            <pc:sldMasterMk cId="3598445342" sldId="2147483648"/>
            <pc:sldLayoutMk cId="4038651544" sldId="2147483659"/>
          </pc:sldLayoutMkLst>
        </pc:sldLayoutChg>
      </pc:sldMasterChg>
    </pc:docChg>
  </pc:docChgLst>
  <pc:docChgLst>
    <pc:chgData name="Guest User" providerId="Windows Live" clId="Web-{6F74CCAD-9D4D-2ECB-0CE3-E6D1289A449C}"/>
    <pc:docChg chg="modSld">
      <pc:chgData name="Guest User" userId="" providerId="Windows Live" clId="Web-{6F74CCAD-9D4D-2ECB-0CE3-E6D1289A449C}" dt="2026-04-20T23:08:06.170" v="1" actId="1076"/>
      <pc:docMkLst>
        <pc:docMk/>
      </pc:docMkLst>
      <pc:sldChg chg="delSp delAnim">
        <pc:chgData name="Guest User" userId="" providerId="Windows Live" clId="Web-{6F74CCAD-9D4D-2ECB-0CE3-E6D1289A449C}" dt="2026-04-20T23:07:47.826" v="0"/>
        <pc:sldMkLst>
          <pc:docMk/>
          <pc:sldMk cId="449378700" sldId="256"/>
        </pc:sldMkLst>
        <pc:picChg chg="del">
          <ac:chgData name="Guest User" userId="" providerId="Windows Live" clId="Web-{6F74CCAD-9D4D-2ECB-0CE3-E6D1289A449C}" dt="2026-04-20T23:07:47.826" v="0"/>
          <ac:picMkLst>
            <pc:docMk/>
            <pc:sldMk cId="449378700" sldId="256"/>
            <ac:picMk id="6" creationId="{7BB00F7E-4797-C431-7DA8-A791F1180D9C}"/>
          </ac:picMkLst>
        </pc:picChg>
      </pc:sldChg>
      <pc:sldChg chg="modSp">
        <pc:chgData name="Guest User" userId="" providerId="Windows Live" clId="Web-{6F74CCAD-9D4D-2ECB-0CE3-E6D1289A449C}" dt="2026-04-20T23:08:06.170" v="1" actId="1076"/>
        <pc:sldMkLst>
          <pc:docMk/>
          <pc:sldMk cId="2256108001" sldId="257"/>
        </pc:sldMkLst>
        <pc:picChg chg="mod">
          <ac:chgData name="Guest User" userId="" providerId="Windows Live" clId="Web-{6F74CCAD-9D4D-2ECB-0CE3-E6D1289A449C}" dt="2026-04-20T23:08:06.170" v="1" actId="1076"/>
          <ac:picMkLst>
            <pc:docMk/>
            <pc:sldMk cId="2256108001" sldId="257"/>
            <ac:picMk id="4" creationId="{2C046E59-7CC7-C134-D16F-28A4F88BFD6C}"/>
          </ac:picMkLst>
        </pc:picChg>
      </pc:sldChg>
    </pc:docChg>
  </pc:docChgLst>
  <pc:docChgLst>
    <pc:chgData name="Guest User" providerId="Windows Live" clId="Web-{D2AB6A0D-12DA-6CC7-E24C-B28F4E4C195B}"/>
    <pc:docChg chg="modSld">
      <pc:chgData name="Guest User" userId="" providerId="Windows Live" clId="Web-{D2AB6A0D-12DA-6CC7-E24C-B28F4E4C195B}" dt="2026-04-18T01:28:13.843" v="318" actId="20577"/>
      <pc:docMkLst>
        <pc:docMk/>
      </pc:docMkLst>
    </pc:docChg>
  </pc:docChgLst>
  <pc:docChgLst>
    <pc:chgData name="Guest User" providerId="Windows Live" clId="Web-{8F041B76-007E-1171-8BCA-4154C88FB356}"/>
    <pc:docChg chg="modSld">
      <pc:chgData name="Guest User" userId="" providerId="Windows Live" clId="Web-{8F041B76-007E-1171-8BCA-4154C88FB356}" dt="2026-04-18T01:09:16.347" v="124" actId="20577"/>
      <pc:docMkLst>
        <pc:docMk/>
      </pc:docMkLst>
    </pc:docChg>
  </pc:docChgLst>
  <pc:docChgLst>
    <pc:chgData name="Guest User" providerId="Windows Live" clId="Web-{42A19CA2-3ADF-3456-353F-02BBD7322131}"/>
    <pc:docChg chg="addSld delSld modSld">
      <pc:chgData name="Guest User" userId="" providerId="Windows Live" clId="Web-{42A19CA2-3ADF-3456-353F-02BBD7322131}" dt="2026-04-21T03:30:03.180" v="197" actId="20577"/>
      <pc:docMkLst>
        <pc:docMk/>
      </pc:docMkLst>
      <pc:sldChg chg="modSp">
        <pc:chgData name="Guest User" userId="" providerId="Windows Live" clId="Web-{42A19CA2-3ADF-3456-353F-02BBD7322131}" dt="2026-04-21T03:25:19.697" v="172" actId="20577"/>
        <pc:sldMkLst>
          <pc:docMk/>
          <pc:sldMk cId="3410288747" sldId="264"/>
        </pc:sldMkLst>
        <pc:spChg chg="mod">
          <ac:chgData name="Guest User" userId="" providerId="Windows Live" clId="Web-{42A19CA2-3ADF-3456-353F-02BBD7322131}" dt="2026-04-21T03:25:19.697" v="172" actId="20577"/>
          <ac:spMkLst>
            <pc:docMk/>
            <pc:sldMk cId="3410288747" sldId="264"/>
            <ac:spMk id="3" creationId="{200BEE0E-C3A4-D083-75EF-40E7682B6338}"/>
          </ac:spMkLst>
        </pc:spChg>
      </pc:sldChg>
      <pc:sldChg chg="delSp modSp">
        <pc:chgData name="Guest User" userId="" providerId="Windows Live" clId="Web-{42A19CA2-3ADF-3456-353F-02BBD7322131}" dt="2026-04-21T03:23:26.276" v="148" actId="14100"/>
        <pc:sldMkLst>
          <pc:docMk/>
          <pc:sldMk cId="558186841" sldId="265"/>
        </pc:sldMkLst>
        <pc:spChg chg="del mod">
          <ac:chgData name="Guest User" userId="" providerId="Windows Live" clId="Web-{42A19CA2-3ADF-3456-353F-02BBD7322131}" dt="2026-04-21T03:23:02.245" v="137"/>
          <ac:spMkLst>
            <pc:docMk/>
            <pc:sldMk cId="558186841" sldId="265"/>
            <ac:spMk id="2" creationId="{D1DAF61D-9065-4E7B-81D8-7B3E5191ACAB}"/>
          </ac:spMkLst>
        </pc:spChg>
        <pc:spChg chg="mod">
          <ac:chgData name="Guest User" userId="" providerId="Windows Live" clId="Web-{42A19CA2-3ADF-3456-353F-02BBD7322131}" dt="2026-04-21T03:23:26.276" v="148" actId="14100"/>
          <ac:spMkLst>
            <pc:docMk/>
            <pc:sldMk cId="558186841" sldId="265"/>
            <ac:spMk id="3" creationId="{01EC7348-6AF4-A77E-9E46-46E64A6E8CD8}"/>
          </ac:spMkLst>
        </pc:spChg>
      </pc:sldChg>
      <pc:sldChg chg="modSp">
        <pc:chgData name="Guest User" userId="" providerId="Windows Live" clId="Web-{42A19CA2-3ADF-3456-353F-02BBD7322131}" dt="2026-04-21T03:30:03.180" v="197" actId="20577"/>
        <pc:sldMkLst>
          <pc:docMk/>
          <pc:sldMk cId="2343339502" sldId="266"/>
        </pc:sldMkLst>
        <pc:spChg chg="mod">
          <ac:chgData name="Guest User" userId="" providerId="Windows Live" clId="Web-{42A19CA2-3ADF-3456-353F-02BBD7322131}" dt="2026-04-21T03:24:46.150" v="164" actId="20577"/>
          <ac:spMkLst>
            <pc:docMk/>
            <pc:sldMk cId="2343339502" sldId="266"/>
            <ac:spMk id="2" creationId="{625544F7-7736-160D-42D3-4C286F757D08}"/>
          </ac:spMkLst>
        </pc:spChg>
        <pc:spChg chg="mod">
          <ac:chgData name="Guest User" userId="" providerId="Windows Live" clId="Web-{42A19CA2-3ADF-3456-353F-02BBD7322131}" dt="2026-04-21T03:30:03.180" v="197" actId="20577"/>
          <ac:spMkLst>
            <pc:docMk/>
            <pc:sldMk cId="2343339502" sldId="266"/>
            <ac:spMk id="3" creationId="{FFA3A211-12D8-ACFE-EB20-CA46F7883FB1}"/>
          </ac:spMkLst>
        </pc:spChg>
      </pc:sldChg>
      <pc:sldChg chg="modSp">
        <pc:chgData name="Guest User" userId="" providerId="Windows Live" clId="Web-{42A19CA2-3ADF-3456-353F-02BBD7322131}" dt="2026-04-21T03:19:42.135" v="30" actId="20577"/>
        <pc:sldMkLst>
          <pc:docMk/>
          <pc:sldMk cId="2260507244" sldId="269"/>
        </pc:sldMkLst>
        <pc:spChg chg="mod">
          <ac:chgData name="Guest User" userId="" providerId="Windows Live" clId="Web-{42A19CA2-3ADF-3456-353F-02BBD7322131}" dt="2026-04-21T03:19:42.135" v="30" actId="20577"/>
          <ac:spMkLst>
            <pc:docMk/>
            <pc:sldMk cId="2260507244" sldId="269"/>
            <ac:spMk id="3" creationId="{38A3E542-7863-2B66-EDEE-57F8765403DA}"/>
          </ac:spMkLst>
        </pc:spChg>
      </pc:sldChg>
      <pc:sldChg chg="modSp">
        <pc:chgData name="Guest User" userId="" providerId="Windows Live" clId="Web-{42A19CA2-3ADF-3456-353F-02BBD7322131}" dt="2026-04-21T03:28:57.665" v="196" actId="20577"/>
        <pc:sldMkLst>
          <pc:docMk/>
          <pc:sldMk cId="381062637" sldId="271"/>
        </pc:sldMkLst>
        <pc:spChg chg="mod">
          <ac:chgData name="Guest User" userId="" providerId="Windows Live" clId="Web-{42A19CA2-3ADF-3456-353F-02BBD7322131}" dt="2026-04-21T03:28:57.665" v="196" actId="20577"/>
          <ac:spMkLst>
            <pc:docMk/>
            <pc:sldMk cId="381062637" sldId="271"/>
            <ac:spMk id="2" creationId="{145757FB-60FA-047F-33CE-EC43D2329494}"/>
          </ac:spMkLst>
        </pc:spChg>
      </pc:sldChg>
      <pc:sldChg chg="new del">
        <pc:chgData name="Guest User" userId="" providerId="Windows Live" clId="Web-{42A19CA2-3ADF-3456-353F-02BBD7322131}" dt="2026-04-21T03:28:45.540" v="176"/>
        <pc:sldMkLst>
          <pc:docMk/>
          <pc:sldMk cId="829812264" sldId="272"/>
        </pc:sldMkLst>
      </pc:sldChg>
      <pc:sldChg chg="new del">
        <pc:chgData name="Guest User" userId="" providerId="Windows Live" clId="Web-{42A19CA2-3ADF-3456-353F-02BBD7322131}" dt="2026-04-21T03:28:42.696" v="175"/>
        <pc:sldMkLst>
          <pc:docMk/>
          <pc:sldMk cId="737722328" sldId="273"/>
        </pc:sldMkLst>
      </pc:sldChg>
    </pc:docChg>
  </pc:docChgLst>
  <pc:docChgLst>
    <pc:chgData name="Guest User" providerId="Windows Live" clId="Web-{76DDDCAD-350B-9500-E9C9-49DDB52981A9}"/>
    <pc:docChg chg="modSld modMainMaster">
      <pc:chgData name="Guest User" userId="" providerId="Windows Live" clId="Web-{76DDDCAD-350B-9500-E9C9-49DDB52981A9}" dt="2026-04-20T02:55:15.731" v="196" actId="14100"/>
      <pc:docMkLst>
        <pc:docMk/>
      </pc:docMkLst>
      <pc:sldChg chg="addSp delSp modSp mod">
        <pc:chgData name="Guest User" userId="" providerId="Windows Live" clId="Web-{76DDDCAD-350B-9500-E9C9-49DDB52981A9}" dt="2026-04-20T02:55:15.731" v="196" actId="14100"/>
        <pc:sldMkLst>
          <pc:docMk/>
          <pc:sldMk cId="449378700" sldId="256"/>
        </pc:sldMkLst>
        <pc:spChg chg="mod">
          <ac:chgData name="Guest User" userId="" providerId="Windows Live" clId="Web-{76DDDCAD-350B-9500-E9C9-49DDB52981A9}" dt="2026-04-20T02:55:00.731" v="192" actId="20577"/>
          <ac:spMkLst>
            <pc:docMk/>
            <pc:sldMk cId="449378700" sldId="256"/>
            <ac:spMk id="5" creationId="{8A01BEF3-B012-0431-0DD9-DDE8608A5399}"/>
          </ac:spMkLst>
        </pc:spChg>
        <pc:spChg chg="mod">
          <ac:chgData name="Guest User" userId="" providerId="Windows Live" clId="Web-{76DDDCAD-350B-9500-E9C9-49DDB52981A9}" dt="2026-04-20T02:55:15.731" v="196" actId="14100"/>
          <ac:spMkLst>
            <pc:docMk/>
            <pc:sldMk cId="449378700" sldId="256"/>
            <ac:spMk id="7" creationId="{A6498B53-7922-4705-ED16-FF2DF1023B9F}"/>
          </ac:spMkLst>
        </pc:spChg>
        <pc:picChg chg="add del mod">
          <ac:chgData name="Guest User" userId="" providerId="Windows Live" clId="Web-{76DDDCAD-350B-9500-E9C9-49DDB52981A9}" dt="2026-04-20T02:49:58.698" v="154"/>
          <ac:picMkLst>
            <pc:docMk/>
            <pc:sldMk cId="449378700" sldId="256"/>
            <ac:picMk id="2" creationId="{AACF00C3-8CA8-3036-4352-FF3035BAF2F4}"/>
          </ac:picMkLst>
        </pc:picChg>
        <pc:picChg chg="add del mod">
          <ac:chgData name="Guest User" userId="" providerId="Windows Live" clId="Web-{76DDDCAD-350B-9500-E9C9-49DDB52981A9}" dt="2026-04-20T02:53:18.418" v="172"/>
          <ac:picMkLst>
            <pc:docMk/>
            <pc:sldMk cId="449378700" sldId="256"/>
            <ac:picMk id="3" creationId="{5971BDC4-6C3F-66B7-9384-613B2AF436F1}"/>
          </ac:picMkLst>
        </pc:picChg>
      </pc:sldChg>
      <pc:sldChg chg="delSp modSp mod">
        <pc:chgData name="Guest User" userId="" providerId="Windows Live" clId="Web-{76DDDCAD-350B-9500-E9C9-49DDB52981A9}" dt="2026-04-20T02:54:31.730" v="186" actId="1076"/>
        <pc:sldMkLst>
          <pc:docMk/>
          <pc:sldMk cId="2256108001" sldId="257"/>
        </pc:sldMkLst>
        <pc:spChg chg="del">
          <ac:chgData name="Guest User" userId="" providerId="Windows Live" clId="Web-{76DDDCAD-350B-9500-E9C9-49DDB52981A9}" dt="2026-04-20T02:54:18.340" v="183"/>
          <ac:spMkLst>
            <pc:docMk/>
            <pc:sldMk cId="2256108001" sldId="257"/>
            <ac:spMk id="2" creationId="{48F4DFA4-BCFB-6767-1A83-5D0BA01FEA23}"/>
          </ac:spMkLst>
        </pc:spChg>
        <pc:picChg chg="mod">
          <ac:chgData name="Guest User" userId="" providerId="Windows Live" clId="Web-{76DDDCAD-350B-9500-E9C9-49DDB52981A9}" dt="2026-04-20T02:54:31.730" v="186" actId="1076"/>
          <ac:picMkLst>
            <pc:docMk/>
            <pc:sldMk cId="2256108001" sldId="257"/>
            <ac:picMk id="4" creationId="{2C046E59-7CC7-C134-D16F-28A4F88BFD6C}"/>
          </ac:picMkLst>
        </pc:picChg>
      </pc:sldChg>
      <pc:sldChg chg="modSp mod">
        <pc:chgData name="Guest User" userId="" providerId="Windows Live" clId="Web-{76DDDCAD-350B-9500-E9C9-49DDB52981A9}" dt="2026-04-20T02:53:57.980" v="181" actId="1076"/>
        <pc:sldMkLst>
          <pc:docMk/>
          <pc:sldMk cId="1088493592" sldId="258"/>
        </pc:sldMkLst>
        <pc:spChg chg="mod">
          <ac:chgData name="Guest User" userId="" providerId="Windows Live" clId="Web-{76DDDCAD-350B-9500-E9C9-49DDB52981A9}" dt="2026-04-20T02:53:52.605" v="180" actId="20577"/>
          <ac:spMkLst>
            <pc:docMk/>
            <pc:sldMk cId="1088493592" sldId="258"/>
            <ac:spMk id="2" creationId="{A54984E5-4356-5C10-3FA1-40A9435DE0E3}"/>
          </ac:spMkLst>
        </pc:spChg>
        <pc:spChg chg="mod">
          <ac:chgData name="Guest User" userId="" providerId="Windows Live" clId="Web-{76DDDCAD-350B-9500-E9C9-49DDB52981A9}" dt="2026-04-20T02:53:57.980" v="181" actId="1076"/>
          <ac:spMkLst>
            <pc:docMk/>
            <pc:sldMk cId="1088493592" sldId="258"/>
            <ac:spMk id="3" creationId="{C0C3A389-00C8-39B4-F346-DD248CFAE905}"/>
          </ac:spMkLst>
        </pc:spChg>
      </pc:sldChg>
      <pc:sldChg chg="modSp mod">
        <pc:chgData name="Guest User" userId="" providerId="Windows Live" clId="Web-{76DDDCAD-350B-9500-E9C9-49DDB52981A9}" dt="2026-04-20T02:53:28.652" v="175" actId="20577"/>
        <pc:sldMkLst>
          <pc:docMk/>
          <pc:sldMk cId="1706184129" sldId="259"/>
        </pc:sldMkLst>
        <pc:spChg chg="mod">
          <ac:chgData name="Guest User" userId="" providerId="Windows Live" clId="Web-{76DDDCAD-350B-9500-E9C9-49DDB52981A9}" dt="2026-04-20T02:50:35.792" v="162" actId="1076"/>
          <ac:spMkLst>
            <pc:docMk/>
            <pc:sldMk cId="1706184129" sldId="259"/>
            <ac:spMk id="2" creationId="{30343D43-50FB-EA76-03B2-E02CF6D0C6D2}"/>
          </ac:spMkLst>
        </pc:spChg>
        <pc:spChg chg="mod">
          <ac:chgData name="Guest User" userId="" providerId="Windows Live" clId="Web-{76DDDCAD-350B-9500-E9C9-49DDB52981A9}" dt="2026-04-20T02:53:28.652" v="175" actId="20577"/>
          <ac:spMkLst>
            <pc:docMk/>
            <pc:sldMk cId="1706184129" sldId="259"/>
            <ac:spMk id="3" creationId="{F36F952E-C762-EA03-8293-6C14AEEA8E4D}"/>
          </ac:spMkLst>
        </pc:spChg>
      </pc:sldChg>
      <pc:sldChg chg="modSp mod">
        <pc:chgData name="Guest User" userId="" providerId="Windows Live" clId="Web-{76DDDCAD-350B-9500-E9C9-49DDB52981A9}" dt="2026-04-20T02:53:38.605" v="178" actId="20577"/>
        <pc:sldMkLst>
          <pc:docMk/>
          <pc:sldMk cId="1463889240" sldId="260"/>
        </pc:sldMkLst>
        <pc:spChg chg="mod">
          <ac:chgData name="Guest User" userId="" providerId="Windows Live" clId="Web-{76DDDCAD-350B-9500-E9C9-49DDB52981A9}" dt="2026-04-20T02:53:38.605" v="178" actId="20577"/>
          <ac:spMkLst>
            <pc:docMk/>
            <pc:sldMk cId="1463889240" sldId="260"/>
            <ac:spMk id="3" creationId="{AA101317-1E83-D5D0-8B4D-3352308ECE00}"/>
          </ac:spMkLst>
        </pc:spChg>
      </pc:sldChg>
      <pc:sldChg chg="mod">
        <pc:chgData name="Guest User" userId="" providerId="Windows Live" clId="Web-{76DDDCAD-350B-9500-E9C9-49DDB52981A9}" dt="2026-04-20T02:53:18.418" v="172"/>
        <pc:sldMkLst>
          <pc:docMk/>
          <pc:sldMk cId="2991665975" sldId="261"/>
        </pc:sldMkLst>
      </pc:sldChg>
      <pc:sldMasterChg chg="mod setBg modSldLayout">
        <pc:chgData name="Guest User" userId="" providerId="Windows Live" clId="Web-{76DDDCAD-350B-9500-E9C9-49DDB52981A9}" dt="2026-04-20T02:53:18.418" v="172"/>
        <pc:sldMasterMkLst>
          <pc:docMk/>
          <pc:sldMasterMk cId="3598445342" sldId="2147483648"/>
        </pc:sldMasterMkLst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3052120503" sldId="2147483649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3460806567" sldId="2147483650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596812152" sldId="2147483651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172004349" sldId="2147483652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7142315" sldId="2147483653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1990813977" sldId="2147483654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393252762" sldId="2147483655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2728148027" sldId="2147483656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1011284863" sldId="2147483657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3737733547" sldId="2147483658"/>
          </pc:sldLayoutMkLst>
        </pc:sldLayoutChg>
        <pc:sldLayoutChg chg="mod">
          <pc:chgData name="Guest User" userId="" providerId="Windows Live" clId="Web-{76DDDCAD-350B-9500-E9C9-49DDB52981A9}" dt="2026-04-20T02:53:18.418" v="172"/>
          <pc:sldLayoutMkLst>
            <pc:docMk/>
            <pc:sldMasterMk cId="3598445342" sldId="2147483648"/>
            <pc:sldLayoutMk cId="4038651544" sldId="2147483659"/>
          </pc:sldLayoutMkLst>
        </pc:sldLayoutChg>
      </pc:sldMasterChg>
    </pc:docChg>
  </pc:docChgLst>
  <pc:docChgLst>
    <pc:chgData name="Guest User" providerId="Windows Live" clId="Web-{319DC2DE-64A5-44F5-E5A1-CBF76512A567}"/>
    <pc:docChg chg="modSld">
      <pc:chgData name="Guest User" userId="" providerId="Windows Live" clId="Web-{319DC2DE-64A5-44F5-E5A1-CBF76512A567}" dt="2026-04-21T02:12:11.818" v="2" actId="20577"/>
      <pc:docMkLst>
        <pc:docMk/>
      </pc:docMkLst>
      <pc:sldChg chg="modSp">
        <pc:chgData name="Guest User" userId="" providerId="Windows Live" clId="Web-{319DC2DE-64A5-44F5-E5A1-CBF76512A567}" dt="2026-04-21T02:12:11.818" v="2" actId="20577"/>
        <pc:sldMkLst>
          <pc:docMk/>
          <pc:sldMk cId="1706184129" sldId="259"/>
        </pc:sldMkLst>
        <pc:spChg chg="mod">
          <ac:chgData name="Guest User" userId="" providerId="Windows Live" clId="Web-{319DC2DE-64A5-44F5-E5A1-CBF76512A567}" dt="2026-04-21T02:12:11.818" v="2" actId="20577"/>
          <ac:spMkLst>
            <pc:docMk/>
            <pc:sldMk cId="1706184129" sldId="259"/>
            <ac:spMk id="3" creationId="{F36F952E-C762-EA03-8293-6C14AEEA8E4D}"/>
          </ac:spMkLst>
        </pc:spChg>
      </pc:sldChg>
    </pc:docChg>
  </pc:docChgLst>
  <pc:docChgLst>
    <pc:chgData name="Guest User" providerId="Windows Live" clId="Web-{F62C55C6-F5CC-56A7-9A37-2378DE304EFE}"/>
    <pc:docChg chg="modSld">
      <pc:chgData name="Guest User" userId="" providerId="Windows Live" clId="Web-{F62C55C6-F5CC-56A7-9A37-2378DE304EFE}" dt="2026-04-21T19:50:52.144" v="150" actId="20577"/>
      <pc:docMkLst>
        <pc:docMk/>
      </pc:docMkLst>
      <pc:sldChg chg="modSp">
        <pc:chgData name="Guest User" userId="" providerId="Windows Live" clId="Web-{F62C55C6-F5CC-56A7-9A37-2378DE304EFE}" dt="2026-04-21T19:50:52.144" v="150" actId="20577"/>
        <pc:sldMkLst>
          <pc:docMk/>
          <pc:sldMk cId="3410288747" sldId="264"/>
        </pc:sldMkLst>
        <pc:spChg chg="mod">
          <ac:chgData name="Guest User" userId="" providerId="Windows Live" clId="Web-{F62C55C6-F5CC-56A7-9A37-2378DE304EFE}" dt="2026-04-21T19:47:32.534" v="118" actId="20577"/>
          <ac:spMkLst>
            <pc:docMk/>
            <pc:sldMk cId="3410288747" sldId="264"/>
            <ac:spMk id="2" creationId="{AC8B25E5-6B4E-2D53-140C-28A4372A850B}"/>
          </ac:spMkLst>
        </pc:spChg>
        <pc:spChg chg="mod">
          <ac:chgData name="Guest User" userId="" providerId="Windows Live" clId="Web-{F62C55C6-F5CC-56A7-9A37-2378DE304EFE}" dt="2026-04-21T19:50:52.144" v="150" actId="20577"/>
          <ac:spMkLst>
            <pc:docMk/>
            <pc:sldMk cId="3410288747" sldId="264"/>
            <ac:spMk id="3" creationId="{200BEE0E-C3A4-D083-75EF-40E7682B6338}"/>
          </ac:spMkLst>
        </pc:spChg>
      </pc:sldChg>
      <pc:sldChg chg="modSp">
        <pc:chgData name="Guest User" userId="" providerId="Windows Live" clId="Web-{F62C55C6-F5CC-56A7-9A37-2378DE304EFE}" dt="2026-04-21T18:26:38.997" v="75" actId="20577"/>
        <pc:sldMkLst>
          <pc:docMk/>
          <pc:sldMk cId="2260507244" sldId="269"/>
        </pc:sldMkLst>
        <pc:spChg chg="mod">
          <ac:chgData name="Guest User" userId="" providerId="Windows Live" clId="Web-{F62C55C6-F5CC-56A7-9A37-2378DE304EFE}" dt="2026-04-21T18:26:38.997" v="75" actId="20577"/>
          <ac:spMkLst>
            <pc:docMk/>
            <pc:sldMk cId="2260507244" sldId="269"/>
            <ac:spMk id="3" creationId="{38A3E542-7863-2B66-EDEE-57F8765403DA}"/>
          </ac:spMkLst>
        </pc:spChg>
      </pc:sldChg>
    </pc:docChg>
  </pc:docChgLst>
  <pc:docChgLst>
    <pc:chgData name="Guest User" providerId="Windows Live" clId="Web-{4D278375-9B3A-1EC1-0D29-C90A02E7AF6D}"/>
    <pc:docChg chg="modSld">
      <pc:chgData name="Guest User" userId="" providerId="Windows Live" clId="Web-{4D278375-9B3A-1EC1-0D29-C90A02E7AF6D}" dt="2026-04-20T23:18:43.598" v="36" actId="20577"/>
      <pc:docMkLst>
        <pc:docMk/>
      </pc:docMkLst>
      <pc:sldChg chg="modSp">
        <pc:chgData name="Guest User" userId="" providerId="Windows Live" clId="Web-{4D278375-9B3A-1EC1-0D29-C90A02E7AF6D}" dt="2026-04-20T23:11:31.705" v="6" actId="20577"/>
        <pc:sldMkLst>
          <pc:docMk/>
          <pc:sldMk cId="1088493592" sldId="258"/>
        </pc:sldMkLst>
        <pc:spChg chg="mod">
          <ac:chgData name="Guest User" userId="" providerId="Windows Live" clId="Web-{4D278375-9B3A-1EC1-0D29-C90A02E7AF6D}" dt="2026-04-20T23:11:31.705" v="6" actId="20577"/>
          <ac:spMkLst>
            <pc:docMk/>
            <pc:sldMk cId="1088493592" sldId="258"/>
            <ac:spMk id="3" creationId="{C0C3A389-00C8-39B4-F346-DD248CFAE905}"/>
          </ac:spMkLst>
        </pc:spChg>
      </pc:sldChg>
      <pc:sldChg chg="modSp">
        <pc:chgData name="Guest User" userId="" providerId="Windows Live" clId="Web-{4D278375-9B3A-1EC1-0D29-C90A02E7AF6D}" dt="2026-04-20T23:18:43.598" v="36" actId="20577"/>
        <pc:sldMkLst>
          <pc:docMk/>
          <pc:sldMk cId="1706184129" sldId="259"/>
        </pc:sldMkLst>
        <pc:spChg chg="mod">
          <ac:chgData name="Guest User" userId="" providerId="Windows Live" clId="Web-{4D278375-9B3A-1EC1-0D29-C90A02E7AF6D}" dt="2026-04-20T23:18:43.598" v="36" actId="20577"/>
          <ac:spMkLst>
            <pc:docMk/>
            <pc:sldMk cId="1706184129" sldId="259"/>
            <ac:spMk id="3" creationId="{F36F952E-C762-EA03-8293-6C14AEEA8E4D}"/>
          </ac:spMkLst>
        </pc:spChg>
      </pc:sldChg>
      <pc:sldChg chg="modSp">
        <pc:chgData name="Guest User" userId="" providerId="Windows Live" clId="Web-{4D278375-9B3A-1EC1-0D29-C90A02E7AF6D}" dt="2026-04-20T23:17:58.379" v="29" actId="20577"/>
        <pc:sldMkLst>
          <pc:docMk/>
          <pc:sldMk cId="1463889240" sldId="260"/>
        </pc:sldMkLst>
        <pc:spChg chg="mod">
          <ac:chgData name="Guest User" userId="" providerId="Windows Live" clId="Web-{4D278375-9B3A-1EC1-0D29-C90A02E7AF6D}" dt="2026-04-20T23:17:58.379" v="29" actId="20577"/>
          <ac:spMkLst>
            <pc:docMk/>
            <pc:sldMk cId="1463889240" sldId="260"/>
            <ac:spMk id="3" creationId="{AA101317-1E83-D5D0-8B4D-3352308ECE00}"/>
          </ac:spMkLst>
        </pc:spChg>
      </pc:sldChg>
    </pc:docChg>
  </pc:docChgLst>
  <pc:docChgLst>
    <pc:chgData name="Dom ." userId="79e42fe610993199" providerId="LiveId" clId="{528F094C-9A8B-447D-B3D9-6A9134AAD6BC}"/>
    <pc:docChg chg="undo custSel addSld delSld modSld">
      <pc:chgData name="Dom ." userId="79e42fe610993199" providerId="LiveId" clId="{528F094C-9A8B-447D-B3D9-6A9134AAD6BC}" dt="2026-04-21T19:48:56.513" v="1382" actId="20577"/>
      <pc:docMkLst>
        <pc:docMk/>
      </pc:docMkLst>
      <pc:sldChg chg="addSp modSp mod">
        <pc:chgData name="Dom ." userId="79e42fe610993199" providerId="LiveId" clId="{528F094C-9A8B-447D-B3D9-6A9134AAD6BC}" dt="2026-04-20T19:00:27.481" v="299" actId="20577"/>
        <pc:sldMkLst>
          <pc:docMk/>
          <pc:sldMk cId="2256108001" sldId="257"/>
        </pc:sldMkLst>
        <pc:spChg chg="add mod">
          <ac:chgData name="Dom ." userId="79e42fe610993199" providerId="LiveId" clId="{528F094C-9A8B-447D-B3D9-6A9134AAD6BC}" dt="2026-04-20T18:59:23.505" v="271" actId="20577"/>
          <ac:spMkLst>
            <pc:docMk/>
            <pc:sldMk cId="2256108001" sldId="257"/>
            <ac:spMk id="2" creationId="{5469200D-C4D6-C1AF-5D00-2490E908AE07}"/>
          </ac:spMkLst>
        </pc:spChg>
        <pc:spChg chg="add mod">
          <ac:chgData name="Dom ." userId="79e42fe610993199" providerId="LiveId" clId="{528F094C-9A8B-447D-B3D9-6A9134AAD6BC}" dt="2026-04-20T18:56:20.216" v="199" actId="1076"/>
          <ac:spMkLst>
            <pc:docMk/>
            <pc:sldMk cId="2256108001" sldId="257"/>
            <ac:spMk id="3" creationId="{91F545E7-A966-A647-2FB0-D90BE9E2F23E}"/>
          </ac:spMkLst>
        </pc:spChg>
        <pc:spChg chg="add mod">
          <ac:chgData name="Dom ." userId="79e42fe610993199" providerId="LiveId" clId="{528F094C-9A8B-447D-B3D9-6A9134AAD6BC}" dt="2026-04-20T19:00:27.481" v="299" actId="20577"/>
          <ac:spMkLst>
            <pc:docMk/>
            <pc:sldMk cId="2256108001" sldId="257"/>
            <ac:spMk id="5" creationId="{42D4BB7F-7720-7143-7A65-E7CA010ECAB4}"/>
          </ac:spMkLst>
        </pc:spChg>
      </pc:sldChg>
      <pc:sldChg chg="modSp mod">
        <pc:chgData name="Dom ." userId="79e42fe610993199" providerId="LiveId" clId="{528F094C-9A8B-447D-B3D9-6A9134AAD6BC}" dt="2026-04-20T18:49:35.974" v="1" actId="20577"/>
        <pc:sldMkLst>
          <pc:docMk/>
          <pc:sldMk cId="1088493592" sldId="258"/>
        </pc:sldMkLst>
        <pc:spChg chg="mod">
          <ac:chgData name="Dom ." userId="79e42fe610993199" providerId="LiveId" clId="{528F094C-9A8B-447D-B3D9-6A9134AAD6BC}" dt="2026-04-20T18:49:35.974" v="1" actId="20577"/>
          <ac:spMkLst>
            <pc:docMk/>
            <pc:sldMk cId="1088493592" sldId="258"/>
            <ac:spMk id="2" creationId="{A54984E5-4356-5C10-3FA1-40A9435DE0E3}"/>
          </ac:spMkLst>
        </pc:spChg>
      </pc:sldChg>
      <pc:sldChg chg="modSp mod">
        <pc:chgData name="Dom ." userId="79e42fe610993199" providerId="LiveId" clId="{528F094C-9A8B-447D-B3D9-6A9134AAD6BC}" dt="2026-04-20T19:09:04.143" v="422" actId="20577"/>
        <pc:sldMkLst>
          <pc:docMk/>
          <pc:sldMk cId="1463889240" sldId="260"/>
        </pc:sldMkLst>
        <pc:spChg chg="mod">
          <ac:chgData name="Dom ." userId="79e42fe610993199" providerId="LiveId" clId="{528F094C-9A8B-447D-B3D9-6A9134AAD6BC}" dt="2026-04-20T19:09:04.143" v="422" actId="20577"/>
          <ac:spMkLst>
            <pc:docMk/>
            <pc:sldMk cId="1463889240" sldId="260"/>
            <ac:spMk id="2" creationId="{151C276D-8C52-593E-63D8-D847D66ED899}"/>
          </ac:spMkLst>
        </pc:spChg>
      </pc:sldChg>
      <pc:sldChg chg="modSp new mod">
        <pc:chgData name="Dom ." userId="79e42fe610993199" providerId="LiveId" clId="{528F094C-9A8B-447D-B3D9-6A9134AAD6BC}" dt="2026-04-20T19:13:09.442" v="824" actId="20577"/>
        <pc:sldMkLst>
          <pc:docMk/>
          <pc:sldMk cId="1413362137" sldId="262"/>
        </pc:sldMkLst>
        <pc:spChg chg="mod">
          <ac:chgData name="Dom ." userId="79e42fe610993199" providerId="LiveId" clId="{528F094C-9A8B-447D-B3D9-6A9134AAD6BC}" dt="2026-04-20T19:01:03.274" v="348" actId="20577"/>
          <ac:spMkLst>
            <pc:docMk/>
            <pc:sldMk cId="1413362137" sldId="262"/>
            <ac:spMk id="2" creationId="{CCAAB28C-D3F1-6D1C-2E50-A0DF771D25C5}"/>
          </ac:spMkLst>
        </pc:spChg>
        <pc:spChg chg="mod">
          <ac:chgData name="Dom ." userId="79e42fe610993199" providerId="LiveId" clId="{528F094C-9A8B-447D-B3D9-6A9134AAD6BC}" dt="2026-04-20T19:13:09.442" v="824" actId="20577"/>
          <ac:spMkLst>
            <pc:docMk/>
            <pc:sldMk cId="1413362137" sldId="262"/>
            <ac:spMk id="3" creationId="{9CEE21CA-CCE2-DCC4-965F-70A609BEBF88}"/>
          </ac:spMkLst>
        </pc:spChg>
      </pc:sldChg>
      <pc:sldChg chg="modSp mod">
        <pc:chgData name="Dom ." userId="79e42fe610993199" providerId="LiveId" clId="{528F094C-9A8B-447D-B3D9-6A9134AAD6BC}" dt="2026-04-21T19:48:56.513" v="1382" actId="20577"/>
        <pc:sldMkLst>
          <pc:docMk/>
          <pc:sldMk cId="3410288747" sldId="264"/>
        </pc:sldMkLst>
        <pc:spChg chg="mod">
          <ac:chgData name="Dom ." userId="79e42fe610993199" providerId="LiveId" clId="{528F094C-9A8B-447D-B3D9-6A9134AAD6BC}" dt="2026-04-21T19:48:56.513" v="1382" actId="20577"/>
          <ac:spMkLst>
            <pc:docMk/>
            <pc:sldMk cId="3410288747" sldId="264"/>
            <ac:spMk id="3" creationId="{200BEE0E-C3A4-D083-75EF-40E7682B6338}"/>
          </ac:spMkLst>
        </pc:spChg>
      </pc:sldChg>
      <pc:sldChg chg="modSp mod">
        <pc:chgData name="Dom ." userId="79e42fe610993199" providerId="LiveId" clId="{528F094C-9A8B-447D-B3D9-6A9134AAD6BC}" dt="2026-04-21T06:16:59.772" v="825" actId="313"/>
        <pc:sldMkLst>
          <pc:docMk/>
          <pc:sldMk cId="2603400644" sldId="268"/>
        </pc:sldMkLst>
        <pc:spChg chg="mod">
          <ac:chgData name="Dom ." userId="79e42fe610993199" providerId="LiveId" clId="{528F094C-9A8B-447D-B3D9-6A9134AAD6BC}" dt="2026-04-21T06:16:59.772" v="825" actId="313"/>
          <ac:spMkLst>
            <pc:docMk/>
            <pc:sldMk cId="2603400644" sldId="268"/>
            <ac:spMk id="3" creationId="{6843CB6F-4063-8ED6-8C66-E1F6240644AC}"/>
          </ac:spMkLst>
        </pc:spChg>
      </pc:sldChg>
      <pc:sldChg chg="add del setBg">
        <pc:chgData name="Dom ." userId="79e42fe610993199" providerId="LiveId" clId="{528F094C-9A8B-447D-B3D9-6A9134AAD6BC}" dt="2026-04-21T19:07:05.597" v="834" actId="47"/>
        <pc:sldMkLst>
          <pc:docMk/>
          <pc:sldMk cId="1195990182" sldId="273"/>
        </pc:sldMkLst>
      </pc:sldChg>
      <pc:sldChg chg="new del">
        <pc:chgData name="Dom ." userId="79e42fe610993199" providerId="LiveId" clId="{528F094C-9A8B-447D-B3D9-6A9134AAD6BC}" dt="2026-04-21T19:06:42.371" v="832" actId="47"/>
        <pc:sldMkLst>
          <pc:docMk/>
          <pc:sldMk cId="2666492708" sldId="273"/>
        </pc:sldMkLst>
      </pc:sldChg>
      <pc:sldChg chg="addSp delSp modSp add mod">
        <pc:chgData name="Dom ." userId="79e42fe610993199" providerId="LiveId" clId="{528F094C-9A8B-447D-B3D9-6A9134AAD6BC}" dt="2026-04-21T19:43:17.910" v="1355" actId="403"/>
        <pc:sldMkLst>
          <pc:docMk/>
          <pc:sldMk cId="3546094222" sldId="273"/>
        </pc:sldMkLst>
        <pc:spChg chg="add mod">
          <ac:chgData name="Dom ." userId="79e42fe610993199" providerId="LiveId" clId="{528F094C-9A8B-447D-B3D9-6A9134AAD6BC}" dt="2026-04-21T19:43:17.910" v="1355" actId="403"/>
          <ac:spMkLst>
            <pc:docMk/>
            <pc:sldMk cId="3546094222" sldId="273"/>
            <ac:spMk id="2" creationId="{62A5C12E-4932-124D-7050-17369D35AEA6}"/>
          </ac:spMkLst>
        </pc:spChg>
        <pc:spChg chg="del mod">
          <ac:chgData name="Dom ." userId="79e42fe610993199" providerId="LiveId" clId="{528F094C-9A8B-447D-B3D9-6A9134AAD6BC}" dt="2026-04-21T19:08:12.833" v="848"/>
          <ac:spMkLst>
            <pc:docMk/>
            <pc:sldMk cId="3546094222" sldId="273"/>
            <ac:spMk id="3" creationId="{98FE7A0B-FA64-0C4F-5BC7-466A2BD592FF}"/>
          </ac:spMkLst>
        </pc:spChg>
        <pc:spChg chg="del mod">
          <ac:chgData name="Dom ." userId="79e42fe610993199" providerId="LiveId" clId="{528F094C-9A8B-447D-B3D9-6A9134AAD6BC}" dt="2026-04-21T19:08:12.833" v="844"/>
          <ac:spMkLst>
            <pc:docMk/>
            <pc:sldMk cId="3546094222" sldId="273"/>
            <ac:spMk id="5" creationId="{6FF9B360-4544-5895-7562-3B40F59BE109}"/>
          </ac:spMkLst>
        </pc:spChg>
        <pc:spChg chg="mod">
          <ac:chgData name="Dom ." userId="79e42fe610993199" providerId="LiveId" clId="{528F094C-9A8B-447D-B3D9-6A9134AAD6BC}" dt="2026-04-21T19:08:30.471" v="867" actId="1076"/>
          <ac:spMkLst>
            <pc:docMk/>
            <pc:sldMk cId="3546094222" sldId="273"/>
            <ac:spMk id="13" creationId="{B0D99891-C573-B991-1029-40E81543496C}"/>
          </ac:spMkLst>
        </pc:spChg>
        <pc:spChg chg="del mod">
          <ac:chgData name="Dom ." userId="79e42fe610993199" providerId="LiveId" clId="{528F094C-9A8B-447D-B3D9-6A9134AAD6BC}" dt="2026-04-21T19:08:12.833" v="846"/>
          <ac:spMkLst>
            <pc:docMk/>
            <pc:sldMk cId="3546094222" sldId="273"/>
            <ac:spMk id="28" creationId="{7808C107-C4FD-4C30-16F7-1A841F5FAF4A}"/>
          </ac:spMkLst>
        </pc:spChg>
        <pc:picChg chg="del">
          <ac:chgData name="Dom ." userId="79e42fe610993199" providerId="LiveId" clId="{528F094C-9A8B-447D-B3D9-6A9134AAD6BC}" dt="2026-04-21T19:08:02.194" v="839" actId="478"/>
          <ac:picMkLst>
            <pc:docMk/>
            <pc:sldMk cId="3546094222" sldId="273"/>
            <ac:picMk id="7" creationId="{459E9E72-F48A-80F3-4914-A78A24EF0B5B}"/>
          </ac:picMkLst>
        </pc:picChg>
        <pc:picChg chg="del">
          <ac:chgData name="Dom ." userId="79e42fe610993199" providerId="LiveId" clId="{528F094C-9A8B-447D-B3D9-6A9134AAD6BC}" dt="2026-04-21T19:07:59.518" v="838" actId="478"/>
          <ac:picMkLst>
            <pc:docMk/>
            <pc:sldMk cId="3546094222" sldId="273"/>
            <ac:picMk id="8" creationId="{5530F12E-2697-952D-790D-097D306F9813}"/>
          </ac:picMkLst>
        </pc:picChg>
        <pc:picChg chg="del">
          <ac:chgData name="Dom ." userId="79e42fe610993199" providerId="LiveId" clId="{528F094C-9A8B-447D-B3D9-6A9134AAD6BC}" dt="2026-04-21T19:07:57.710" v="837" actId="478"/>
          <ac:picMkLst>
            <pc:docMk/>
            <pc:sldMk cId="3546094222" sldId="273"/>
            <ac:picMk id="9" creationId="{BC1226C3-3F46-0A08-0C06-88A9AB6734ED}"/>
          </ac:picMkLst>
        </pc:picChg>
        <pc:picChg chg="del">
          <ac:chgData name="Dom ." userId="79e42fe610993199" providerId="LiveId" clId="{528F094C-9A8B-447D-B3D9-6A9134AAD6BC}" dt="2026-04-21T19:07:55.908" v="836" actId="478"/>
          <ac:picMkLst>
            <pc:docMk/>
            <pc:sldMk cId="3546094222" sldId="273"/>
            <ac:picMk id="10" creationId="{5E2B3064-9AA5-D8AA-E369-2D79D434C7C4}"/>
          </ac:picMkLst>
        </pc:picChg>
      </pc:sldChg>
    </pc:docChg>
  </pc:docChgLst>
  <pc:docChgLst>
    <pc:chgData clId="Web-{9414D2CE-6126-C38E-91F5-539430DABFCF}"/>
    <pc:docChg chg="modSld">
      <pc:chgData name="" userId="" providerId="" clId="Web-{9414D2CE-6126-C38E-91F5-539430DABFCF}" dt="2026-04-20T02:55:36.234" v="1" actId="20577"/>
      <pc:docMkLst>
        <pc:docMk/>
      </pc:docMkLst>
      <pc:sldChg chg="modSp">
        <pc:chgData name="" userId="" providerId="" clId="Web-{9414D2CE-6126-C38E-91F5-539430DABFCF}" dt="2026-04-20T02:55:30.187" v="0" actId="1076"/>
        <pc:sldMkLst>
          <pc:docMk/>
          <pc:sldMk cId="449378700" sldId="256"/>
        </pc:sldMkLst>
        <pc:spChg chg="mod">
          <ac:chgData name="" userId="" providerId="" clId="Web-{9414D2CE-6126-C38E-91F5-539430DABFCF}" dt="2026-04-20T02:55:30.187" v="0" actId="1076"/>
          <ac:spMkLst>
            <pc:docMk/>
            <pc:sldMk cId="449378700" sldId="256"/>
            <ac:spMk id="5" creationId="{8A01BEF3-B012-0431-0DD9-DDE8608A5399}"/>
          </ac:spMkLst>
        </pc:spChg>
      </pc:sldChg>
      <pc:sldChg chg="modSp">
        <pc:chgData name="" userId="" providerId="" clId="Web-{9414D2CE-6126-C38E-91F5-539430DABFCF}" dt="2026-04-20T02:55:36.234" v="1" actId="20577"/>
        <pc:sldMkLst>
          <pc:docMk/>
          <pc:sldMk cId="1706184129" sldId="259"/>
        </pc:sldMkLst>
        <pc:spChg chg="mod">
          <ac:chgData name="" userId="" providerId="" clId="Web-{9414D2CE-6126-C38E-91F5-539430DABFCF}" dt="2026-04-20T02:55:36.234" v="1" actId="20577"/>
          <ac:spMkLst>
            <pc:docMk/>
            <pc:sldMk cId="1706184129" sldId="259"/>
            <ac:spMk id="3" creationId="{F36F952E-C762-EA03-8293-6C14AEEA8E4D}"/>
          </ac:spMkLst>
        </pc:spChg>
      </pc:sldChg>
    </pc:docChg>
  </pc:docChgLst>
  <pc:docChgLst>
    <pc:chgData name="Guest User" providerId="Windows Live" clId="Web-{035077C1-CEB0-C296-BE15-42AB001959A7}"/>
    <pc:docChg chg="addSld delSld modSld sldOrd">
      <pc:chgData name="Guest User" userId="" providerId="Windows Live" clId="Web-{035077C1-CEB0-C296-BE15-42AB001959A7}" dt="2026-04-21T19:41:29.437" v="1830" actId="20577"/>
      <pc:docMkLst>
        <pc:docMk/>
      </pc:docMkLst>
      <pc:sldChg chg="ord">
        <pc:chgData name="Guest User" userId="" providerId="Windows Live" clId="Web-{035077C1-CEB0-C296-BE15-42AB001959A7}" dt="2026-04-21T02:56:28.196" v="47"/>
        <pc:sldMkLst>
          <pc:docMk/>
          <pc:sldMk cId="449378700" sldId="256"/>
        </pc:sldMkLst>
      </pc:sldChg>
      <pc:sldChg chg="modSp ord">
        <pc:chgData name="Guest User" userId="" providerId="Windows Live" clId="Web-{035077C1-CEB0-C296-BE15-42AB001959A7}" dt="2026-04-21T02:56:28.196" v="43"/>
        <pc:sldMkLst>
          <pc:docMk/>
          <pc:sldMk cId="2256108001" sldId="257"/>
        </pc:sldMkLst>
        <pc:picChg chg="mod">
          <ac:chgData name="Guest User" userId="" providerId="Windows Live" clId="Web-{035077C1-CEB0-C296-BE15-42AB001959A7}" dt="2026-04-21T02:52:48.931" v="0" actId="1076"/>
          <ac:picMkLst>
            <pc:docMk/>
            <pc:sldMk cId="2256108001" sldId="257"/>
            <ac:picMk id="4" creationId="{2C046E59-7CC7-C134-D16F-28A4F88BFD6C}"/>
          </ac:picMkLst>
        </pc:picChg>
      </pc:sldChg>
      <pc:sldChg chg="ord">
        <pc:chgData name="Guest User" userId="" providerId="Windows Live" clId="Web-{035077C1-CEB0-C296-BE15-42AB001959A7}" dt="2026-04-21T02:56:28.196" v="44"/>
        <pc:sldMkLst>
          <pc:docMk/>
          <pc:sldMk cId="1088493592" sldId="258"/>
        </pc:sldMkLst>
      </pc:sldChg>
      <pc:sldChg chg="ord">
        <pc:chgData name="Guest User" userId="" providerId="Windows Live" clId="Web-{035077C1-CEB0-C296-BE15-42AB001959A7}" dt="2026-04-21T02:56:28.196" v="46"/>
        <pc:sldMkLst>
          <pc:docMk/>
          <pc:sldMk cId="1706184129" sldId="259"/>
        </pc:sldMkLst>
      </pc:sldChg>
      <pc:sldChg chg="ord">
        <pc:chgData name="Guest User" userId="" providerId="Windows Live" clId="Web-{035077C1-CEB0-C296-BE15-42AB001959A7}" dt="2026-04-21T02:56:28.196" v="45"/>
        <pc:sldMkLst>
          <pc:docMk/>
          <pc:sldMk cId="1463889240" sldId="260"/>
        </pc:sldMkLst>
      </pc:sldChg>
      <pc:sldChg chg="ord">
        <pc:chgData name="Guest User" userId="" providerId="Windows Live" clId="Web-{035077C1-CEB0-C296-BE15-42AB001959A7}" dt="2026-04-21T02:56:28.196" v="41"/>
        <pc:sldMkLst>
          <pc:docMk/>
          <pc:sldMk cId="2991665975" sldId="261"/>
        </pc:sldMkLst>
      </pc:sldChg>
      <pc:sldChg chg="ord">
        <pc:chgData name="Guest User" userId="" providerId="Windows Live" clId="Web-{035077C1-CEB0-C296-BE15-42AB001959A7}" dt="2026-04-21T02:56:28.196" v="42"/>
        <pc:sldMkLst>
          <pc:docMk/>
          <pc:sldMk cId="1413362137" sldId="262"/>
        </pc:sldMkLst>
      </pc:sldChg>
      <pc:sldChg chg="modSp add mod ord replId setBg">
        <pc:chgData name="Guest User" userId="" providerId="Windows Live" clId="Web-{035077C1-CEB0-C296-BE15-42AB001959A7}" dt="2026-04-21T02:56:33.259" v="48"/>
        <pc:sldMkLst>
          <pc:docMk/>
          <pc:sldMk cId="1158570291" sldId="263"/>
        </pc:sldMkLst>
        <pc:spChg chg="mod">
          <ac:chgData name="Guest User" userId="" providerId="Windows Live" clId="Web-{035077C1-CEB0-C296-BE15-42AB001959A7}" dt="2026-04-21T02:55:48.056" v="31" actId="20577"/>
          <ac:spMkLst>
            <pc:docMk/>
            <pc:sldMk cId="1158570291" sldId="263"/>
            <ac:spMk id="7" creationId="{5FEB44C6-646D-8CAE-15A5-8CE42FADDFCD}"/>
          </ac:spMkLst>
        </pc:spChg>
      </pc:sldChg>
      <pc:sldChg chg="modSp add mod ord replId setBg">
        <pc:chgData name="Guest User" userId="" providerId="Windows Live" clId="Web-{035077C1-CEB0-C296-BE15-42AB001959A7}" dt="2026-04-21T19:41:29.437" v="1830" actId="20577"/>
        <pc:sldMkLst>
          <pc:docMk/>
          <pc:sldMk cId="3410288747" sldId="264"/>
        </pc:sldMkLst>
        <pc:spChg chg="mod">
          <ac:chgData name="Guest User" userId="" providerId="Windows Live" clId="Web-{035077C1-CEB0-C296-BE15-42AB001959A7}" dt="2026-04-21T19:41:29.437" v="1830" actId="20577"/>
          <ac:spMkLst>
            <pc:docMk/>
            <pc:sldMk cId="3410288747" sldId="264"/>
            <ac:spMk id="2" creationId="{AC8B25E5-6B4E-2D53-140C-28A4372A850B}"/>
          </ac:spMkLst>
        </pc:spChg>
        <pc:spChg chg="mod">
          <ac:chgData name="Guest User" userId="" providerId="Windows Live" clId="Web-{035077C1-CEB0-C296-BE15-42AB001959A7}" dt="2026-04-21T03:55:20.484" v="1286" actId="20577"/>
          <ac:spMkLst>
            <pc:docMk/>
            <pc:sldMk cId="3410288747" sldId="264"/>
            <ac:spMk id="3" creationId="{200BEE0E-C3A4-D083-75EF-40E7682B6338}"/>
          </ac:spMkLst>
        </pc:spChg>
      </pc:sldChg>
      <pc:sldChg chg="modSp add mod ord replId setBg">
        <pc:chgData name="Guest User" userId="" providerId="Windows Live" clId="Web-{035077C1-CEB0-C296-BE15-42AB001959A7}" dt="2026-04-21T04:58:00.390" v="1373" actId="1076"/>
        <pc:sldMkLst>
          <pc:docMk/>
          <pc:sldMk cId="558186841" sldId="265"/>
        </pc:sldMkLst>
        <pc:spChg chg="mod">
          <ac:chgData name="Guest User" userId="" providerId="Windows Live" clId="Web-{035077C1-CEB0-C296-BE15-42AB001959A7}" dt="2026-04-21T04:58:00.390" v="1373" actId="1076"/>
          <ac:spMkLst>
            <pc:docMk/>
            <pc:sldMk cId="558186841" sldId="265"/>
            <ac:spMk id="3" creationId="{01EC7348-6AF4-A77E-9E46-46E64A6E8CD8}"/>
          </ac:spMkLst>
        </pc:spChg>
      </pc:sldChg>
      <pc:sldChg chg="modSp add mod ord replId setBg">
        <pc:chgData name="Guest User" userId="" providerId="Windows Live" clId="Web-{035077C1-CEB0-C296-BE15-42AB001959A7}" dt="2026-04-21T04:00:41.282" v="1358" actId="20577"/>
        <pc:sldMkLst>
          <pc:docMk/>
          <pc:sldMk cId="2343339502" sldId="266"/>
        </pc:sldMkLst>
        <pc:spChg chg="mod">
          <ac:chgData name="Guest User" userId="" providerId="Windows Live" clId="Web-{035077C1-CEB0-C296-BE15-42AB001959A7}" dt="2026-04-21T04:00:28.595" v="1357" actId="20577"/>
          <ac:spMkLst>
            <pc:docMk/>
            <pc:sldMk cId="2343339502" sldId="266"/>
            <ac:spMk id="2" creationId="{625544F7-7736-160D-42D3-4C286F757D08}"/>
          </ac:spMkLst>
        </pc:spChg>
        <pc:spChg chg="mod">
          <ac:chgData name="Guest User" userId="" providerId="Windows Live" clId="Web-{035077C1-CEB0-C296-BE15-42AB001959A7}" dt="2026-04-21T04:00:41.282" v="1358" actId="20577"/>
          <ac:spMkLst>
            <pc:docMk/>
            <pc:sldMk cId="2343339502" sldId="266"/>
            <ac:spMk id="3" creationId="{FFA3A211-12D8-ACFE-EB20-CA46F7883FB1}"/>
          </ac:spMkLst>
        </pc:spChg>
      </pc:sldChg>
      <pc:sldChg chg="addSp delSp modSp add del mod ord replId setBg">
        <pc:chgData name="Guest User" userId="" providerId="Windows Live" clId="Web-{035077C1-CEB0-C296-BE15-42AB001959A7}" dt="2026-04-21T18:46:37.931" v="1829" actId="1076"/>
        <pc:sldMkLst>
          <pc:docMk/>
          <pc:sldMk cId="2643062301" sldId="267"/>
        </pc:sldMkLst>
        <pc:spChg chg="del mod">
          <ac:chgData name="Guest User" userId="" providerId="Windows Live" clId="Web-{035077C1-CEB0-C296-BE15-42AB001959A7}" dt="2026-04-21T03:41:21.233" v="917"/>
          <ac:spMkLst>
            <pc:docMk/>
            <pc:sldMk cId="2643062301" sldId="267"/>
            <ac:spMk id="2" creationId="{C1E3408E-5F8B-725C-C5B8-F7095356871F}"/>
          </ac:spMkLst>
        </pc:spChg>
        <pc:spChg chg="mod">
          <ac:chgData name="Guest User" userId="" providerId="Windows Live" clId="Web-{035077C1-CEB0-C296-BE15-42AB001959A7}" dt="2026-04-21T03:52:11.250" v="1246" actId="1076"/>
          <ac:spMkLst>
            <pc:docMk/>
            <pc:sldMk cId="2643062301" sldId="267"/>
            <ac:spMk id="3" creationId="{F3733B6B-FE5F-0098-328A-69654EABCCD3}"/>
          </ac:spMkLst>
        </pc:spChg>
        <pc:spChg chg="mod">
          <ac:chgData name="Guest User" userId="" providerId="Windows Live" clId="Web-{035077C1-CEB0-C296-BE15-42AB001959A7}" dt="2026-04-21T18:46:37.931" v="1829" actId="1076"/>
          <ac:spMkLst>
            <pc:docMk/>
            <pc:sldMk cId="2643062301" sldId="267"/>
            <ac:spMk id="5" creationId="{E980A3A3-FBC8-C7E1-3FA1-1003D5D2B6C9}"/>
          </ac:spMkLst>
        </pc:spChg>
        <pc:spChg chg="add del mod">
          <ac:chgData name="Guest User" userId="" providerId="Windows Live" clId="Web-{035077C1-CEB0-C296-BE15-42AB001959A7}" dt="2026-04-21T02:57:24.727" v="62"/>
          <ac:spMkLst>
            <pc:docMk/>
            <pc:sldMk cId="2643062301" sldId="267"/>
            <ac:spMk id="6" creationId="{91B399C9-5162-3271-A7ED-0D270627A116}"/>
          </ac:spMkLst>
        </pc:spChg>
        <pc:spChg chg="add del mod">
          <ac:chgData name="Guest User" userId="" providerId="Windows Live" clId="Web-{035077C1-CEB0-C296-BE15-42AB001959A7}" dt="2026-04-21T03:25:24.674" v="422"/>
          <ac:spMkLst>
            <pc:docMk/>
            <pc:sldMk cId="2643062301" sldId="267"/>
            <ac:spMk id="12" creationId="{160828BA-B166-9104-9992-7BED9C76BC6A}"/>
          </ac:spMkLst>
        </pc:spChg>
        <pc:spChg chg="add mod">
          <ac:chgData name="Guest User" userId="" providerId="Windows Live" clId="Web-{035077C1-CEB0-C296-BE15-42AB001959A7}" dt="2026-04-21T04:02:55.406" v="1365" actId="1076"/>
          <ac:spMkLst>
            <pc:docMk/>
            <pc:sldMk cId="2643062301" sldId="267"/>
            <ac:spMk id="13" creationId="{1DDF9B5F-9894-260A-EDD6-444AA48738AA}"/>
          </ac:spMkLst>
        </pc:spChg>
        <pc:spChg chg="add del mod">
          <ac:chgData name="Guest User" userId="" providerId="Windows Live" clId="Web-{035077C1-CEB0-C296-BE15-42AB001959A7}" dt="2026-04-21T03:52:06.547" v="1245"/>
          <ac:spMkLst>
            <pc:docMk/>
            <pc:sldMk cId="2643062301" sldId="267"/>
            <ac:spMk id="14" creationId="{42084A32-CE24-6389-A572-3E36A8840F81}"/>
          </ac:spMkLst>
        </pc:spChg>
        <pc:spChg chg="add del mod">
          <ac:chgData name="Guest User" userId="" providerId="Windows Live" clId="Web-{035077C1-CEB0-C296-BE15-42AB001959A7}" dt="2026-04-21T03:27:49.674" v="606"/>
          <ac:spMkLst>
            <pc:docMk/>
            <pc:sldMk cId="2643062301" sldId="267"/>
            <ac:spMk id="15" creationId="{F36B1638-E4FC-F18B-5B71-BCE6D2D56449}"/>
          </ac:spMkLst>
        </pc:spChg>
        <pc:spChg chg="add del mod">
          <ac:chgData name="Guest User" userId="" providerId="Windows Live" clId="Web-{035077C1-CEB0-C296-BE15-42AB001959A7}" dt="2026-04-21T03:43:09.186" v="1048"/>
          <ac:spMkLst>
            <pc:docMk/>
            <pc:sldMk cId="2643062301" sldId="267"/>
            <ac:spMk id="18" creationId="{D33128F3-20AB-B301-B99C-77649FDD796E}"/>
          </ac:spMkLst>
        </pc:spChg>
        <pc:spChg chg="add del mod">
          <ac:chgData name="Guest User" userId="" providerId="Windows Live" clId="Web-{035077C1-CEB0-C296-BE15-42AB001959A7}" dt="2026-04-21T03:43:09.186" v="1047"/>
          <ac:spMkLst>
            <pc:docMk/>
            <pc:sldMk cId="2643062301" sldId="267"/>
            <ac:spMk id="21" creationId="{0F5FBA5C-455D-A9FC-0F39-F8B7C55EBCBA}"/>
          </ac:spMkLst>
        </pc:spChg>
        <pc:spChg chg="add del mod">
          <ac:chgData name="Guest User" userId="" providerId="Windows Live" clId="Web-{035077C1-CEB0-C296-BE15-42AB001959A7}" dt="2026-04-21T03:43:09.186" v="1046"/>
          <ac:spMkLst>
            <pc:docMk/>
            <pc:sldMk cId="2643062301" sldId="267"/>
            <ac:spMk id="22" creationId="{16E37E35-3231-A0A2-753F-41273F9E684B}"/>
          </ac:spMkLst>
        </pc:spChg>
        <pc:spChg chg="add del">
          <ac:chgData name="Guest User" userId="" providerId="Windows Live" clId="Web-{035077C1-CEB0-C296-BE15-42AB001959A7}" dt="2026-04-21T03:33:05.328" v="729"/>
          <ac:spMkLst>
            <pc:docMk/>
            <pc:sldMk cId="2643062301" sldId="267"/>
            <ac:spMk id="25" creationId="{15F58258-1DF0-1BED-8721-585BC5D3B055}"/>
          </ac:spMkLst>
        </pc:spChg>
        <pc:spChg chg="add del">
          <ac:chgData name="Guest User" userId="" providerId="Windows Live" clId="Web-{035077C1-CEB0-C296-BE15-42AB001959A7}" dt="2026-04-21T03:33:05.328" v="728"/>
          <ac:spMkLst>
            <pc:docMk/>
            <pc:sldMk cId="2643062301" sldId="267"/>
            <ac:spMk id="26" creationId="{7027BEA8-8087-0314-E6E1-0D8E0EA08DA3}"/>
          </ac:spMkLst>
        </pc:spChg>
        <pc:spChg chg="add del">
          <ac:chgData name="Guest User" userId="" providerId="Windows Live" clId="Web-{035077C1-CEB0-C296-BE15-42AB001959A7}" dt="2026-04-21T03:33:05.328" v="727"/>
          <ac:spMkLst>
            <pc:docMk/>
            <pc:sldMk cId="2643062301" sldId="267"/>
            <ac:spMk id="27" creationId="{05B2F8B9-6D2E-3DBC-A1EA-99C424943F7C}"/>
          </ac:spMkLst>
        </pc:spChg>
        <pc:spChg chg="add mod">
          <ac:chgData name="Guest User" userId="" providerId="Windows Live" clId="Web-{035077C1-CEB0-C296-BE15-42AB001959A7}" dt="2026-04-21T03:52:15.641" v="1247" actId="1076"/>
          <ac:spMkLst>
            <pc:docMk/>
            <pc:sldMk cId="2643062301" sldId="267"/>
            <ac:spMk id="28" creationId="{F952847A-DD70-7F58-36E9-C5D5C08332E7}"/>
          </ac:spMkLst>
        </pc:spChg>
        <pc:spChg chg="add del">
          <ac:chgData name="Guest User" userId="" providerId="Windows Live" clId="Web-{035077C1-CEB0-C296-BE15-42AB001959A7}" dt="2026-04-21T03:43:00.811" v="1043"/>
          <ac:spMkLst>
            <pc:docMk/>
            <pc:sldMk cId="2643062301" sldId="267"/>
            <ac:spMk id="31" creationId="{253C1E05-8982-E200-5702-23F9CE81AC17}"/>
          </ac:spMkLst>
        </pc:spChg>
        <pc:spChg chg="add del">
          <ac:chgData name="Guest User" userId="" providerId="Windows Live" clId="Web-{035077C1-CEB0-C296-BE15-42AB001959A7}" dt="2026-04-21T03:43:00.811" v="1042"/>
          <ac:spMkLst>
            <pc:docMk/>
            <pc:sldMk cId="2643062301" sldId="267"/>
            <ac:spMk id="32" creationId="{44F37987-983D-93CC-0D4B-6C4C03C74BA6}"/>
          </ac:spMkLst>
        </pc:spChg>
        <pc:spChg chg="add del">
          <ac:chgData name="Guest User" userId="" providerId="Windows Live" clId="Web-{035077C1-CEB0-C296-BE15-42AB001959A7}" dt="2026-04-21T03:43:00.811" v="1041"/>
          <ac:spMkLst>
            <pc:docMk/>
            <pc:sldMk cId="2643062301" sldId="267"/>
            <ac:spMk id="33" creationId="{8C35D4D6-F9F5-54FB-BFF7-79A0140DFFD0}"/>
          </ac:spMkLst>
        </pc:spChg>
        <pc:spChg chg="add del">
          <ac:chgData name="Guest User" userId="" providerId="Windows Live" clId="Web-{035077C1-CEB0-C296-BE15-42AB001959A7}" dt="2026-04-21T03:43:24.092" v="1056"/>
          <ac:spMkLst>
            <pc:docMk/>
            <pc:sldMk cId="2643062301" sldId="267"/>
            <ac:spMk id="36" creationId="{D33128F3-20AB-B301-B99C-77649FDD796E}"/>
          </ac:spMkLst>
        </pc:spChg>
        <pc:spChg chg="add del">
          <ac:chgData name="Guest User" userId="" providerId="Windows Live" clId="Web-{035077C1-CEB0-C296-BE15-42AB001959A7}" dt="2026-04-21T03:43:24.092" v="1055"/>
          <ac:spMkLst>
            <pc:docMk/>
            <pc:sldMk cId="2643062301" sldId="267"/>
            <ac:spMk id="37" creationId="{0F5FBA5C-455D-A9FC-0F39-F8B7C55EBCBA}"/>
          </ac:spMkLst>
        </pc:spChg>
        <pc:spChg chg="add del">
          <ac:chgData name="Guest User" userId="" providerId="Windows Live" clId="Web-{035077C1-CEB0-C296-BE15-42AB001959A7}" dt="2026-04-21T03:43:24.092" v="1054"/>
          <ac:spMkLst>
            <pc:docMk/>
            <pc:sldMk cId="2643062301" sldId="267"/>
            <ac:spMk id="38" creationId="{16E37E35-3231-A0A2-753F-41273F9E684B}"/>
          </ac:spMkLst>
        </pc:spChg>
        <pc:picChg chg="del mod">
          <ac:chgData name="Guest User" userId="" providerId="Windows Live" clId="Web-{035077C1-CEB0-C296-BE15-42AB001959A7}" dt="2026-04-21T03:24:17.831" v="377"/>
          <ac:picMkLst>
            <pc:docMk/>
            <pc:sldMk cId="2643062301" sldId="267"/>
            <ac:picMk id="4" creationId="{5DA8A9D1-3590-FEAB-BF8B-C092B70B2388}"/>
          </ac:picMkLst>
        </pc:picChg>
        <pc:picChg chg="add mod">
          <ac:chgData name="Guest User" userId="" providerId="Windows Live" clId="Web-{035077C1-CEB0-C296-BE15-42AB001959A7}" dt="2026-04-21T04:03:58.878" v="1372" actId="1076"/>
          <ac:picMkLst>
            <pc:docMk/>
            <pc:sldMk cId="2643062301" sldId="267"/>
            <ac:picMk id="7" creationId="{2A60494F-5C68-8218-70F7-0AE2E2C705D2}"/>
          </ac:picMkLst>
        </pc:picChg>
        <pc:picChg chg="add mod">
          <ac:chgData name="Guest User" userId="" providerId="Windows Live" clId="Web-{035077C1-CEB0-C296-BE15-42AB001959A7}" dt="2026-04-21T04:03:51.784" v="1370" actId="14100"/>
          <ac:picMkLst>
            <pc:docMk/>
            <pc:sldMk cId="2643062301" sldId="267"/>
            <ac:picMk id="8" creationId="{2CEB2F48-C9EF-7955-EB52-6B7E63C88739}"/>
          </ac:picMkLst>
        </pc:picChg>
        <pc:picChg chg="add mod">
          <ac:chgData name="Guest User" userId="" providerId="Windows Live" clId="Web-{035077C1-CEB0-C296-BE15-42AB001959A7}" dt="2026-04-21T04:03:35.816" v="1367" actId="1076"/>
          <ac:picMkLst>
            <pc:docMk/>
            <pc:sldMk cId="2643062301" sldId="267"/>
            <ac:picMk id="9" creationId="{A13980EE-452D-67F7-991B-9FBDABA4FB1E}"/>
          </ac:picMkLst>
        </pc:picChg>
        <pc:picChg chg="add mod">
          <ac:chgData name="Guest User" userId="" providerId="Windows Live" clId="Web-{035077C1-CEB0-C296-BE15-42AB001959A7}" dt="2026-04-21T03:52:34.172" v="1252" actId="1076"/>
          <ac:picMkLst>
            <pc:docMk/>
            <pc:sldMk cId="2643062301" sldId="267"/>
            <ac:picMk id="10" creationId="{AA4CBE1A-DF1D-C36A-7432-E13C1749BFF4}"/>
          </ac:picMkLst>
        </pc:picChg>
        <pc:cxnChg chg="add del">
          <ac:chgData name="Guest User" userId="" providerId="Windows Live" clId="Web-{035077C1-CEB0-C296-BE15-42AB001959A7}" dt="2026-04-21T03:43:09.186" v="1050"/>
          <ac:cxnSpMkLst>
            <pc:docMk/>
            <pc:sldMk cId="2643062301" sldId="267"/>
            <ac:cxnSpMk id="16" creationId="{CB9734FE-F961-4CB6-7554-65F5DA61638A}"/>
          </ac:cxnSpMkLst>
        </pc:cxnChg>
        <pc:cxnChg chg="add del mod">
          <ac:chgData name="Guest User" userId="" providerId="Windows Live" clId="Web-{035077C1-CEB0-C296-BE15-42AB001959A7}" dt="2026-04-21T03:43:09.186" v="1049"/>
          <ac:cxnSpMkLst>
            <pc:docMk/>
            <pc:sldMk cId="2643062301" sldId="267"/>
            <ac:cxnSpMk id="17" creationId="{7836F9DC-DD1F-12C3-06BF-F2E285D67A3B}"/>
          </ac:cxnSpMkLst>
        </pc:cxnChg>
        <pc:cxnChg chg="add del">
          <ac:chgData name="Guest User" userId="" providerId="Windows Live" clId="Web-{035077C1-CEB0-C296-BE15-42AB001959A7}" dt="2026-04-21T03:31:25.906" v="688"/>
          <ac:cxnSpMkLst>
            <pc:docMk/>
            <pc:sldMk cId="2643062301" sldId="267"/>
            <ac:cxnSpMk id="19" creationId="{6ED289E2-C6DD-0658-866D-C08A5A4B5AC0}"/>
          </ac:cxnSpMkLst>
        </pc:cxnChg>
        <pc:cxnChg chg="add del">
          <ac:chgData name="Guest User" userId="" providerId="Windows Live" clId="Web-{035077C1-CEB0-C296-BE15-42AB001959A7}" dt="2026-04-21T03:31:35.516" v="690"/>
          <ac:cxnSpMkLst>
            <pc:docMk/>
            <pc:sldMk cId="2643062301" sldId="267"/>
            <ac:cxnSpMk id="20" creationId="{0F3CA6B5-33BD-0D6C-50C0-7BEC6F9B0619}"/>
          </ac:cxnSpMkLst>
        </pc:cxnChg>
        <pc:cxnChg chg="add del mod">
          <ac:chgData name="Guest User" userId="" providerId="Windows Live" clId="Web-{035077C1-CEB0-C296-BE15-42AB001959A7}" dt="2026-04-21T03:33:05.328" v="731"/>
          <ac:cxnSpMkLst>
            <pc:docMk/>
            <pc:sldMk cId="2643062301" sldId="267"/>
            <ac:cxnSpMk id="23" creationId="{2A3E4F44-6D36-3A19-D50B-AFA3C56243F1}"/>
          </ac:cxnSpMkLst>
        </pc:cxnChg>
        <pc:cxnChg chg="add del mod">
          <ac:chgData name="Guest User" userId="" providerId="Windows Live" clId="Web-{035077C1-CEB0-C296-BE15-42AB001959A7}" dt="2026-04-21T03:33:05.328" v="730"/>
          <ac:cxnSpMkLst>
            <pc:docMk/>
            <pc:sldMk cId="2643062301" sldId="267"/>
            <ac:cxnSpMk id="24" creationId="{AF044FF2-5060-248F-7B9F-DE6924B492DE}"/>
          </ac:cxnSpMkLst>
        </pc:cxnChg>
        <pc:cxnChg chg="add del mod">
          <ac:chgData name="Guest User" userId="" providerId="Windows Live" clId="Web-{035077C1-CEB0-C296-BE15-42AB001959A7}" dt="2026-04-21T03:43:00.811" v="1045"/>
          <ac:cxnSpMkLst>
            <pc:docMk/>
            <pc:sldMk cId="2643062301" sldId="267"/>
            <ac:cxnSpMk id="29" creationId="{AE2894C0-25E0-4D5B-276D-8EA8C55979C3}"/>
          </ac:cxnSpMkLst>
        </pc:cxnChg>
        <pc:cxnChg chg="add del mod">
          <ac:chgData name="Guest User" userId="" providerId="Windows Live" clId="Web-{035077C1-CEB0-C296-BE15-42AB001959A7}" dt="2026-04-21T03:43:00.811" v="1044"/>
          <ac:cxnSpMkLst>
            <pc:docMk/>
            <pc:sldMk cId="2643062301" sldId="267"/>
            <ac:cxnSpMk id="30" creationId="{790B9ADA-3E94-80C0-B713-C81EC81610BC}"/>
          </ac:cxnSpMkLst>
        </pc:cxnChg>
        <pc:cxnChg chg="add del">
          <ac:chgData name="Guest User" userId="" providerId="Windows Live" clId="Web-{035077C1-CEB0-C296-BE15-42AB001959A7}" dt="2026-04-21T03:43:24.092" v="1058"/>
          <ac:cxnSpMkLst>
            <pc:docMk/>
            <pc:sldMk cId="2643062301" sldId="267"/>
            <ac:cxnSpMk id="34" creationId="{CB9734FE-F961-4CB6-7554-65F5DA61638A}"/>
          </ac:cxnSpMkLst>
        </pc:cxnChg>
        <pc:cxnChg chg="add del">
          <ac:chgData name="Guest User" userId="" providerId="Windows Live" clId="Web-{035077C1-CEB0-C296-BE15-42AB001959A7}" dt="2026-04-21T03:43:24.092" v="1057"/>
          <ac:cxnSpMkLst>
            <pc:docMk/>
            <pc:sldMk cId="2643062301" sldId="267"/>
            <ac:cxnSpMk id="35" creationId="{7836F9DC-DD1F-12C3-06BF-F2E285D67A3B}"/>
          </ac:cxnSpMkLst>
        </pc:cxnChg>
      </pc:sldChg>
      <pc:sldChg chg="modSp add mod ord replId setBg">
        <pc:chgData name="Guest User" userId="" providerId="Windows Live" clId="Web-{035077C1-CEB0-C296-BE15-42AB001959A7}" dt="2026-04-21T05:09:31.042" v="1771" actId="20577"/>
        <pc:sldMkLst>
          <pc:docMk/>
          <pc:sldMk cId="2603400644" sldId="268"/>
        </pc:sldMkLst>
        <pc:spChg chg="mod">
          <ac:chgData name="Guest User" userId="" providerId="Windows Live" clId="Web-{035077C1-CEB0-C296-BE15-42AB001959A7}" dt="2026-04-21T05:09:31.042" v="1771" actId="20577"/>
          <ac:spMkLst>
            <pc:docMk/>
            <pc:sldMk cId="2603400644" sldId="268"/>
            <ac:spMk id="3" creationId="{6843CB6F-4063-8ED6-8C66-E1F6240644AC}"/>
          </ac:spMkLst>
        </pc:spChg>
      </pc:sldChg>
      <pc:sldChg chg="addSp delSp modSp new mod setBg">
        <pc:chgData name="Guest User" userId="" providerId="Windows Live" clId="Web-{035077C1-CEB0-C296-BE15-42AB001959A7}" dt="2026-04-21T05:10:06.463" v="1778" actId="20577"/>
        <pc:sldMkLst>
          <pc:docMk/>
          <pc:sldMk cId="2260507244" sldId="269"/>
        </pc:sldMkLst>
        <pc:spChg chg="mod">
          <ac:chgData name="Guest User" userId="" providerId="Windows Live" clId="Web-{035077C1-CEB0-C296-BE15-42AB001959A7}" dt="2026-04-21T03:02:23.872" v="95" actId="20577"/>
          <ac:spMkLst>
            <pc:docMk/>
            <pc:sldMk cId="2260507244" sldId="269"/>
            <ac:spMk id="2" creationId="{39EDB03F-D283-6418-E4D6-2216F5978817}"/>
          </ac:spMkLst>
        </pc:spChg>
        <pc:spChg chg="mod">
          <ac:chgData name="Guest User" userId="" providerId="Windows Live" clId="Web-{035077C1-CEB0-C296-BE15-42AB001959A7}" dt="2026-04-21T05:10:06.463" v="1778" actId="20577"/>
          <ac:spMkLst>
            <pc:docMk/>
            <pc:sldMk cId="2260507244" sldId="269"/>
            <ac:spMk id="3" creationId="{38A3E542-7863-2B66-EDEE-57F8765403DA}"/>
          </ac:spMkLst>
        </pc:spChg>
        <pc:spChg chg="add del">
          <ac:chgData name="Guest User" userId="" providerId="Windows Live" clId="Web-{035077C1-CEB0-C296-BE15-42AB001959A7}" dt="2026-04-21T05:09:57.167" v="1774"/>
          <ac:spMkLst>
            <pc:docMk/>
            <pc:sldMk cId="2260507244" sldId="269"/>
            <ac:spMk id="6" creationId="{D33128F3-20AB-B301-B99C-77649FDD796E}"/>
          </ac:spMkLst>
        </pc:spChg>
        <pc:spChg chg="add del">
          <ac:chgData name="Guest User" userId="" providerId="Windows Live" clId="Web-{035077C1-CEB0-C296-BE15-42AB001959A7}" dt="2026-04-21T05:09:57.167" v="1773"/>
          <ac:spMkLst>
            <pc:docMk/>
            <pc:sldMk cId="2260507244" sldId="269"/>
            <ac:spMk id="7" creationId="{0F5FBA5C-455D-A9FC-0F39-F8B7C55EBCBA}"/>
          </ac:spMkLst>
        </pc:spChg>
        <pc:spChg chg="add del">
          <ac:chgData name="Guest User" userId="" providerId="Windows Live" clId="Web-{035077C1-CEB0-C296-BE15-42AB001959A7}" dt="2026-04-21T05:09:57.167" v="1772"/>
          <ac:spMkLst>
            <pc:docMk/>
            <pc:sldMk cId="2260507244" sldId="269"/>
            <ac:spMk id="8" creationId="{16E37E35-3231-A0A2-753F-41273F9E684B}"/>
          </ac:spMkLst>
        </pc:spChg>
        <pc:cxnChg chg="add del">
          <ac:chgData name="Guest User" userId="" providerId="Windows Live" clId="Web-{035077C1-CEB0-C296-BE15-42AB001959A7}" dt="2026-04-21T05:09:57.167" v="1776"/>
          <ac:cxnSpMkLst>
            <pc:docMk/>
            <pc:sldMk cId="2260507244" sldId="269"/>
            <ac:cxnSpMk id="4" creationId="{CB9734FE-F961-4CB6-7554-65F5DA61638A}"/>
          </ac:cxnSpMkLst>
        </pc:cxnChg>
        <pc:cxnChg chg="add del">
          <ac:chgData name="Guest User" userId="" providerId="Windows Live" clId="Web-{035077C1-CEB0-C296-BE15-42AB001959A7}" dt="2026-04-21T05:09:57.167" v="1775"/>
          <ac:cxnSpMkLst>
            <pc:docMk/>
            <pc:sldMk cId="2260507244" sldId="269"/>
            <ac:cxnSpMk id="5" creationId="{7836F9DC-DD1F-12C3-06BF-F2E285D67A3B}"/>
          </ac:cxnSpMkLst>
        </pc:cxnChg>
      </pc:sldChg>
      <pc:sldChg chg="addSp delSp modSp new mod ord setBg">
        <pc:chgData name="Guest User" userId="" providerId="Windows Live" clId="Web-{035077C1-CEB0-C296-BE15-42AB001959A7}" dt="2026-04-21T03:51:12.172" v="1236" actId="1076"/>
        <pc:sldMkLst>
          <pc:docMk/>
          <pc:sldMk cId="2078018131" sldId="270"/>
        </pc:sldMkLst>
        <pc:spChg chg="del">
          <ac:chgData name="Guest User" userId="" providerId="Windows Live" clId="Web-{035077C1-CEB0-C296-BE15-42AB001959A7}" dt="2026-04-21T03:51:08.922" v="1235"/>
          <ac:spMkLst>
            <pc:docMk/>
            <pc:sldMk cId="2078018131" sldId="270"/>
            <ac:spMk id="2" creationId="{E89BC7FA-6FEE-15C7-248B-37F98FD37148}"/>
          </ac:spMkLst>
        </pc:spChg>
        <pc:spChg chg="del">
          <ac:chgData name="Guest User" userId="" providerId="Windows Live" clId="Web-{035077C1-CEB0-C296-BE15-42AB001959A7}" dt="2026-04-21T03:50:50.594" v="1230"/>
          <ac:spMkLst>
            <pc:docMk/>
            <pc:sldMk cId="2078018131" sldId="270"/>
            <ac:spMk id="3" creationId="{30463818-1C5F-AFE0-AB57-C1507133D128}"/>
          </ac:spMkLst>
        </pc:spChg>
        <pc:spChg chg="add del mod">
          <ac:chgData name="Guest User" userId="" providerId="Windows Live" clId="Web-{035077C1-CEB0-C296-BE15-42AB001959A7}" dt="2026-04-21T03:46:20.294" v="1228"/>
          <ac:spMkLst>
            <pc:docMk/>
            <pc:sldMk cId="2078018131" sldId="270"/>
            <ac:spMk id="6" creationId="{90E0AB51-4197-A6BD-6134-B3B0E68893BA}"/>
          </ac:spMkLst>
        </pc:spChg>
        <pc:spChg chg="add del">
          <ac:chgData name="Guest User" userId="" providerId="Windows Live" clId="Web-{035077C1-CEB0-C296-BE15-42AB001959A7}" dt="2026-04-21T03:45:33.075" v="1187"/>
          <ac:spMkLst>
            <pc:docMk/>
            <pc:sldMk cId="2078018131" sldId="270"/>
            <ac:spMk id="9" creationId="{8DBE854A-30FA-8AC9-CB77-97FC420256B0}"/>
          </ac:spMkLst>
        </pc:spChg>
        <pc:spChg chg="add del">
          <ac:chgData name="Guest User" userId="" providerId="Windows Live" clId="Web-{035077C1-CEB0-C296-BE15-42AB001959A7}" dt="2026-04-21T03:45:33.075" v="1187"/>
          <ac:spMkLst>
            <pc:docMk/>
            <pc:sldMk cId="2078018131" sldId="270"/>
            <ac:spMk id="10" creationId="{181CF6FA-A3A7-0EB3-A187-505E063BF7B5}"/>
          </ac:spMkLst>
        </pc:spChg>
        <pc:spChg chg="add del">
          <ac:chgData name="Guest User" userId="" providerId="Windows Live" clId="Web-{035077C1-CEB0-C296-BE15-42AB001959A7}" dt="2026-04-21T03:45:33.075" v="1187"/>
          <ac:spMkLst>
            <pc:docMk/>
            <pc:sldMk cId="2078018131" sldId="270"/>
            <ac:spMk id="11" creationId="{9DD28DD1-65DB-765F-3DA7-C40E5BD5364A}"/>
          </ac:spMkLst>
        </pc:spChg>
        <pc:picChg chg="add del mod">
          <ac:chgData name="Guest User" userId="" providerId="Windows Live" clId="Web-{035077C1-CEB0-C296-BE15-42AB001959A7}" dt="2026-04-21T03:50:48.235" v="1229"/>
          <ac:picMkLst>
            <pc:docMk/>
            <pc:sldMk cId="2078018131" sldId="270"/>
            <ac:picMk id="5" creationId="{954472F1-4F74-2003-0D7F-539BB855222A}"/>
          </ac:picMkLst>
        </pc:picChg>
        <pc:picChg chg="add mod ord">
          <ac:chgData name="Guest User" userId="" providerId="Windows Live" clId="Web-{035077C1-CEB0-C296-BE15-42AB001959A7}" dt="2026-04-21T03:51:12.172" v="1236" actId="1076"/>
          <ac:picMkLst>
            <pc:docMk/>
            <pc:sldMk cId="2078018131" sldId="270"/>
            <ac:picMk id="12" creationId="{4785D43C-3835-BC41-E02B-11640D084541}"/>
          </ac:picMkLst>
        </pc:picChg>
        <pc:cxnChg chg="add del">
          <ac:chgData name="Guest User" userId="" providerId="Windows Live" clId="Web-{035077C1-CEB0-C296-BE15-42AB001959A7}" dt="2026-04-21T03:45:33.075" v="1187"/>
          <ac:cxnSpMkLst>
            <pc:docMk/>
            <pc:sldMk cId="2078018131" sldId="270"/>
            <ac:cxnSpMk id="7" creationId="{75684C86-C8DC-0305-C32B-82DAB2578D12}"/>
          </ac:cxnSpMkLst>
        </pc:cxnChg>
        <pc:cxnChg chg="add del">
          <ac:chgData name="Guest User" userId="" providerId="Windows Live" clId="Web-{035077C1-CEB0-C296-BE15-42AB001959A7}" dt="2026-04-21T03:45:33.075" v="1187"/>
          <ac:cxnSpMkLst>
            <pc:docMk/>
            <pc:sldMk cId="2078018131" sldId="270"/>
            <ac:cxnSpMk id="8" creationId="{92B31EE9-5E3A-A853-A6DF-8718722B9555}"/>
          </ac:cxnSpMkLst>
        </pc:cxnChg>
      </pc:sldChg>
      <pc:sldChg chg="modSp new mod setBg">
        <pc:chgData name="Guest User" userId="" providerId="Windows Live" clId="Web-{035077C1-CEB0-C296-BE15-42AB001959A7}" dt="2026-04-21T03:29:24.267" v="666" actId="20577"/>
        <pc:sldMkLst>
          <pc:docMk/>
          <pc:sldMk cId="381062637" sldId="271"/>
        </pc:sldMkLst>
        <pc:spChg chg="mod">
          <ac:chgData name="Guest User" userId="" providerId="Windows Live" clId="Web-{035077C1-CEB0-C296-BE15-42AB001959A7}" dt="2026-04-21T03:29:24.267" v="666" actId="20577"/>
          <ac:spMkLst>
            <pc:docMk/>
            <pc:sldMk cId="381062637" sldId="271"/>
            <ac:spMk id="2" creationId="{145757FB-60FA-047F-33CE-EC43D2329494}"/>
          </ac:spMkLst>
        </pc:spChg>
        <pc:spChg chg="mod">
          <ac:chgData name="Guest User" userId="" providerId="Windows Live" clId="Web-{035077C1-CEB0-C296-BE15-42AB001959A7}" dt="2026-04-21T03:28:52.486" v="662" actId="20577"/>
          <ac:spMkLst>
            <pc:docMk/>
            <pc:sldMk cId="381062637" sldId="271"/>
            <ac:spMk id="3" creationId="{3CC70C7A-267B-88B8-D42B-764DD8023A39}"/>
          </ac:spMkLst>
        </pc:spChg>
      </pc:sldChg>
      <pc:sldChg chg="ord">
        <pc:chgData name="Guest User" userId="" providerId="Windows Live" clId="Web-{035077C1-CEB0-C296-BE15-42AB001959A7}" dt="2026-04-21T18:46:22.462" v="1828"/>
        <pc:sldMkLst>
          <pc:docMk/>
          <pc:sldMk cId="2550508415" sldId="272"/>
        </pc:sldMkLst>
      </pc:sldChg>
    </pc:docChg>
  </pc:docChgLst>
  <pc:docChgLst>
    <pc:chgData name="Guest User" providerId="Windows Live" clId="Web-{2F4BD497-82C2-0817-21A2-3FFA09617A36}"/>
    <pc:docChg chg="modSld">
      <pc:chgData name="Guest User" userId="" providerId="Windows Live" clId="Web-{2F4BD497-82C2-0817-21A2-3FFA09617A36}" dt="2026-04-17T19:32:47.233" v="64" actId="1076"/>
      <pc:docMkLst>
        <pc:docMk/>
      </pc:docMkLst>
    </pc:docChg>
  </pc:docChgLst>
  <pc:docChgLst>
    <pc:chgData name="Guest User" providerId="Windows Live" clId="Web-{678E3668-45E6-69DD-7CB7-9F52AE73D967}"/>
    <pc:docChg chg="addSld modSld">
      <pc:chgData name="Guest User" userId="" providerId="Windows Live" clId="Web-{678E3668-45E6-69DD-7CB7-9F52AE73D967}" dt="2026-04-16T03:52:38.071" v="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3D6C5-E625-4D8D-9FCC-C972F6047B2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0059C-650E-4914-AE47-FB3E657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0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2E6A-7FAD-5E6A-C031-1BAD9F7D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3CB05-8B6F-1D24-17C0-99DCAB56E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4AC27-39EE-6417-8326-F524D92F8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F1711-53A9-C669-BB86-2DF417DCA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0059C-650E-4914-AE47-FB3E6574F5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61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FC033-97A1-BBD5-1336-0F1A7BFD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0EF1E-BF8A-590F-4963-2762B6AFA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FC65B-43B1-42B2-37B4-F886082A2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6CDF8-A1B7-159A-58C8-E1A441E8A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0059C-650E-4914-AE47-FB3E6574F5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3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7427-150F-A80F-6213-779AE85F9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4167A-08CC-35F8-4CA2-7914EAA4B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0E8E7-9C8D-CAA3-F399-75079B5C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7C53D-920A-C124-882A-14C126C9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66B41-CC8C-5234-82D4-209057CE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2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D371-712F-E3BF-5D81-14C851DB2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01C8B-3115-7EB7-724C-3FD18A0DA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E9ED7-9F17-A9DA-18FE-C9838ED7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161C2-7ECE-6835-62CC-2CEB101F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3E4DE-586B-3B59-FDD6-114E4F87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0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137C-2B65-8903-C310-12B692007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FF484-AFC7-E4CA-83E7-F0F4F0BE5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E57E5-ADAA-0DE3-81FB-7BE7C07C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C8C6A-0445-3CE1-10A2-9BDEA908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BA5AD-4616-02DC-CB23-289502D5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1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FE67-0518-4440-C5A4-73416C74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CC7FA-78D2-AA8C-B1A0-3BF78577F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93A30-BFB2-7C05-E08C-CD4791D55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CDA05-CFEC-E99E-CE52-31F55218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99D6C-3138-B388-940E-D0EDCA96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CAB12-5BD9-BE80-14D8-43F1C2CB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4DE66-8EF1-7F9F-BB50-3D6D03FD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944A5-87C6-BBE1-DBD2-65F1C514F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7AEDE-0F6D-F7C4-984A-5D33F65EF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B4367-2107-C99B-DB14-12405A763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336FD1-13B4-CF56-BCD0-F06DE866DD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692340-F758-B22F-38A1-514DF8CA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3E6E7-F5F8-A2CF-8D20-28D23229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E2C08-2FED-9E43-337A-24DFF98A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1312-BC30-E0DB-DD61-342F526D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CA528-0016-634F-2216-69559B3A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FE13B-2D7F-1296-DE82-12F806CB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12AAA-AC11-99E7-B759-F79F4B22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1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2D5890-FCE8-D4EB-2A0F-D335F274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49D9D-21C9-D90D-0F2B-CBB424AE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1A44C-1AEE-9A37-69A3-330926F7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A925A-F550-3E8E-45CA-9A30A63E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F6B9B-CB94-9D1E-08B9-18E685CF8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C36A9-9110-967E-D740-438B3F520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6998B-A0FA-DA99-DF63-8BA0713A8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7A2B1-C159-3DCD-F038-82579E437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D879B-6684-7BC0-9D80-52326A64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4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1547-82EF-0A2D-678C-04F3264C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37B18-A08E-4EE4-F142-740E1F3C74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74FE1-1FB7-56BF-B81F-B40C81CCF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C9947-0D85-9A2E-2D90-523080ED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7D1DF-7E6B-D36C-B56C-CAE50F9C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FE6A4-970F-A444-F927-4EFC71C6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8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9115-46CE-FBE3-34E0-F41346AF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323B1-4E78-C2A8-5EB9-97A99BE54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B8283-824C-FEC5-F364-B84174AC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FB7BA-0B1F-23A1-FFAD-81BEB883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C0222-F758-A289-E462-4C085E06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3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C122D-AF5F-A937-DB0B-573843826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6CABA-96F2-8E6C-1859-9EF1AFB3E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AAAE7-02E5-E545-11E2-A65E8D0FA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13368-A106-3A15-C8E0-7014958F9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D350E-B581-6DA3-1AC3-F617090DB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5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01A44-AFF3-6835-00C9-CA0239A1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8F5F8-0BAA-E1F8-7BA3-020F1F713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6B01C-73DF-84DE-33F3-F9D9303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071CC-9335-47EF-A776-85747CB1E05F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1A19F-D517-0BAB-A33D-6083F348C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367C3-7455-CFEC-E4C2-5610AE878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C070E-253D-4246-92D2-3A462C802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4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26/science.aba465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F211C-D0AD-B287-2E73-BC3D717F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712A34-696A-98F1-F3B7-1C8A853B125A}"/>
              </a:ext>
            </a:extLst>
          </p:cNvPr>
          <p:cNvSpPr txBox="1"/>
          <p:nvPr/>
        </p:nvSpPr>
        <p:spPr>
          <a:xfrm>
            <a:off x="78244" y="458406"/>
            <a:ext cx="11837405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600" b="1"/>
              <a:t>Noise Pollution: Stress Response of Shore Crabs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B44C6-646D-8CAE-15A5-8CE42FADDFCD}"/>
              </a:ext>
            </a:extLst>
          </p:cNvPr>
          <p:cNvSpPr txBox="1"/>
          <p:nvPr/>
        </p:nvSpPr>
        <p:spPr>
          <a:xfrm>
            <a:off x="-22487" y="4710898"/>
            <a:ext cx="12044554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500" b="1"/>
              <a:t>By: T Lloyd, E Audia, D Delaat &amp; A Margolis</a:t>
            </a:r>
          </a:p>
        </p:txBody>
      </p:sp>
    </p:spTree>
    <p:extLst>
      <p:ext uri="{BB962C8B-B14F-4D97-AF65-F5344CB8AC3E}">
        <p14:creationId xmlns:p14="http://schemas.microsoft.com/office/powerpoint/2010/main" val="1158570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7BE5E-B355-F2C7-1518-353C463A6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25E5-6B4E-2D53-140C-28A4372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51" y="392147"/>
            <a:ext cx="10515600" cy="1325563"/>
          </a:xfrm>
        </p:spPr>
        <p:txBody>
          <a:bodyPr/>
          <a:lstStyle/>
          <a:p>
            <a:r>
              <a:rPr lang="en-US" b="1"/>
              <a:t>Background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BEE0E-C3A4-D083-75EF-40E7682B6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42" y="1555512"/>
            <a:ext cx="12114133" cy="53365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b="1"/>
              <a:t>Hairy Shore Crab (</a:t>
            </a:r>
            <a:r>
              <a:rPr lang="en-US" b="1" i="1" err="1"/>
              <a:t>Hemigrapsus</a:t>
            </a:r>
            <a:r>
              <a:rPr lang="en-US" b="1" i="1"/>
              <a:t> </a:t>
            </a:r>
            <a:r>
              <a:rPr lang="en-US" b="1" i="1" err="1"/>
              <a:t>oregonensis</a:t>
            </a:r>
            <a:r>
              <a:rPr lang="en-US" b="1" i="1"/>
              <a:t>)</a:t>
            </a:r>
            <a:r>
              <a:rPr lang="en-US" b="1"/>
              <a:t> under threat from European Green Crab (</a:t>
            </a:r>
            <a:r>
              <a:rPr lang="en-US" b="1" i="1" err="1"/>
              <a:t>Carcinus</a:t>
            </a:r>
            <a:r>
              <a:rPr lang="en-US" b="1" i="1"/>
              <a:t> </a:t>
            </a:r>
            <a:r>
              <a:rPr lang="en-US" b="1" i="1" err="1"/>
              <a:t>maenas</a:t>
            </a:r>
            <a:r>
              <a:rPr lang="en-US" b="1"/>
              <a:t>) (Jensen et. al 2002)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b="1"/>
              <a:t>Seattle’s rapid urban growth is driving a major surge in marine construction and waterfront infrastructure (Wilson et. al 2015)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b="1"/>
              <a:t>Anthropogenic sounds negatively affect marine animals (</a:t>
            </a:r>
            <a:r>
              <a:rPr lang="en-US" b="1">
                <a:latin typeface="Aptos"/>
                <a:ea typeface="Roboto"/>
                <a:cs typeface="Roboto"/>
              </a:rPr>
              <a:t>Carlos M. Duarte et al.</a:t>
            </a:r>
            <a:r>
              <a:rPr lang="en-US" b="1" i="1">
                <a:latin typeface="Aptos"/>
                <a:ea typeface="Roboto"/>
                <a:cs typeface="Roboto"/>
              </a:rPr>
              <a:t> 2021)</a:t>
            </a:r>
            <a:endParaRPr lang="en-US" b="1">
              <a:latin typeface="Aptos"/>
              <a:ea typeface="Roboto"/>
              <a:cs typeface="Roboto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b="1">
                <a:latin typeface="Aptos"/>
                <a:ea typeface="Roboto"/>
                <a:cs typeface="Roboto"/>
              </a:rPr>
              <a:t>There is little research on marine invertebrates' response and tolerance to noise pollution (Birch et. al 2025)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b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Shipping noise can drive up oxygen consumption in </a:t>
            </a:r>
            <a:r>
              <a:rPr lang="en-US" b="1" i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C. </a:t>
            </a:r>
            <a:r>
              <a:rPr lang="en-US" b="1" i="1" err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maenas</a:t>
            </a:r>
            <a:r>
              <a:rPr lang="en-US" b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 (Birch et. al 2025) </a:t>
            </a:r>
          </a:p>
          <a:p>
            <a:pPr>
              <a:buFont typeface="Calibri" panose="020B0604020202020204" pitchFamily="34" charset="0"/>
              <a:buChar char="-"/>
            </a:pPr>
            <a:endParaRPr lang="en-US">
              <a:ea typeface="Roboto"/>
              <a:cs typeface="Roboto"/>
            </a:endParaRPr>
          </a:p>
          <a:p>
            <a:pPr>
              <a:buFont typeface="Calibri" panose="020B0604020202020204" pitchFamily="34" charset="0"/>
              <a:buChar char="-"/>
            </a:pPr>
            <a:endParaRPr lang="en-US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1028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15E77-7B03-DFC5-1694-CADFFD1C6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C7348-6AF4-A77E-9E46-46E64A6E8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76" y="298136"/>
            <a:ext cx="11770205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7200" b="1">
                <a:ea typeface="+mn-lt"/>
                <a:cs typeface="+mn-lt"/>
              </a:rPr>
              <a:t>How does anthropogenic noise pollution, specifically coastal construction, affect the stress response of </a:t>
            </a:r>
            <a:r>
              <a:rPr lang="en-US" sz="7200" b="1" i="1" err="1">
                <a:ea typeface="+mn-lt"/>
                <a:cs typeface="+mn-lt"/>
              </a:rPr>
              <a:t>Hemigrapsus</a:t>
            </a:r>
            <a:r>
              <a:rPr lang="en-US" sz="7200" b="1" i="1">
                <a:ea typeface="+mn-lt"/>
                <a:cs typeface="+mn-lt"/>
              </a:rPr>
              <a:t> </a:t>
            </a:r>
            <a:r>
              <a:rPr lang="en-US" sz="7200" b="1" i="1" err="1">
                <a:ea typeface="+mn-lt"/>
                <a:cs typeface="+mn-lt"/>
              </a:rPr>
              <a:t>oregonensis</a:t>
            </a:r>
            <a:r>
              <a:rPr lang="en-US" sz="7200" b="1" i="1">
                <a:ea typeface="+mn-lt"/>
                <a:cs typeface="+mn-lt"/>
              </a:rPr>
              <a:t>?</a:t>
            </a:r>
            <a:endParaRPr lang="en-US" sz="7200"/>
          </a:p>
          <a:p>
            <a:pPr marL="0" indent="0">
              <a:buNone/>
            </a:pPr>
            <a:endParaRPr lang="en-US" sz="1100" i="1" u="sng">
              <a:highlight>
                <a:srgbClr val="1F1F1F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818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F6E78-5AA7-95B8-9532-AF1CA9327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44F7-7736-160D-42D3-4C286F757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3A211-12D8-ACFE-EB20-CA46F7883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69" y="1117504"/>
            <a:ext cx="12193539" cy="57290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4000" b="1"/>
              <a:t>Ha</a:t>
            </a:r>
            <a:r>
              <a:rPr lang="en-US" sz="4000" b="1">
                <a:ea typeface="+mn-lt"/>
                <a:cs typeface="+mn-lt"/>
              </a:rPr>
              <a:t>:</a:t>
            </a:r>
            <a:r>
              <a:rPr lang="en-US" sz="7200" b="1">
                <a:ea typeface="+mn-lt"/>
                <a:cs typeface="+mn-lt"/>
              </a:rPr>
              <a:t> </a:t>
            </a:r>
            <a:r>
              <a:rPr lang="en-US" sz="4000" b="1">
                <a:ea typeface="+mn-lt"/>
                <a:cs typeface="+mn-lt"/>
              </a:rPr>
              <a:t>Anthropogenic noise pollution has a significant effect on the physiological stress response of shore crabs.</a:t>
            </a:r>
            <a:endParaRPr lang="en-US" sz="4000" b="1"/>
          </a:p>
          <a:p>
            <a:pPr algn="ctr"/>
            <a:endParaRPr lang="en-US" sz="4000" b="1">
              <a:ea typeface="+mn-lt"/>
              <a:cs typeface="+mn-lt"/>
            </a:endParaRPr>
          </a:p>
          <a:p>
            <a:pPr marL="0" indent="0" algn="ctr">
              <a:buNone/>
            </a:pPr>
            <a:endParaRPr lang="en-US" sz="4000" b="1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4000" b="1">
                <a:ea typeface="+mn-lt"/>
                <a:cs typeface="+mn-lt"/>
              </a:rPr>
              <a:t>Ho: Anthropogenic noise pollution has no effect on the physiological stress response of shore crabs.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34333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785D43C-3835-BC41-E02B-11640D084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57932" y="115"/>
            <a:ext cx="12507864" cy="708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18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A0D305-C2C5-E4CF-DD35-0CCE7723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33B6B-FE5F-0098-328A-69654EABCCD3}"/>
              </a:ext>
            </a:extLst>
          </p:cNvPr>
          <p:cNvSpPr txBox="1"/>
          <p:nvPr/>
        </p:nvSpPr>
        <p:spPr>
          <a:xfrm>
            <a:off x="187275" y="4730706"/>
            <a:ext cx="275045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Independent Variable: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Sound exposure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0A3A3-FBC8-C7E1-3FA1-1003D5D2B6C9}"/>
              </a:ext>
            </a:extLst>
          </p:cNvPr>
          <p:cNvSpPr txBox="1"/>
          <p:nvPr/>
        </p:nvSpPr>
        <p:spPr>
          <a:xfrm>
            <a:off x="8533146" y="4639090"/>
            <a:ext cx="3265715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Confounding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Distance from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Feeding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Researcher disturbance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Size/molt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Parasitic infection</a:t>
            </a:r>
          </a:p>
        </p:txBody>
      </p:sp>
      <p:pic>
        <p:nvPicPr>
          <p:cNvPr id="7" name="Picture 6" descr="A crab with a dropper&#10;&#10;AI-generated content may be incorrect.">
            <a:extLst>
              <a:ext uri="{FF2B5EF4-FFF2-40B4-BE49-F238E27FC236}">
                <a16:creationId xmlns:a16="http://schemas.microsoft.com/office/drawing/2014/main" id="{2A60494F-5C68-8218-70F7-0AE2E2C70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333" y="1713949"/>
            <a:ext cx="2265306" cy="2213090"/>
          </a:xfrm>
          <a:prstGeom prst="rect">
            <a:avLst/>
          </a:prstGeom>
        </p:spPr>
      </p:pic>
      <p:pic>
        <p:nvPicPr>
          <p:cNvPr id="8" name="Picture 7" descr="A crab and stopwatch&#10;&#10;AI-generated content may be incorrect.">
            <a:extLst>
              <a:ext uri="{FF2B5EF4-FFF2-40B4-BE49-F238E27FC236}">
                <a16:creationId xmlns:a16="http://schemas.microsoft.com/office/drawing/2014/main" id="{2CEB2F48-C9EF-7955-EB52-6B7E63C88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383" y="1704151"/>
            <a:ext cx="2872301" cy="2210760"/>
          </a:xfrm>
          <a:prstGeom prst="rect">
            <a:avLst/>
          </a:prstGeom>
        </p:spPr>
      </p:pic>
      <p:pic>
        <p:nvPicPr>
          <p:cNvPr id="9" name="Picture 8" descr="A red crab with a black arrow and a clock&#10;&#10;AI-generated content may be incorrect.">
            <a:extLst>
              <a:ext uri="{FF2B5EF4-FFF2-40B4-BE49-F238E27FC236}">
                <a16:creationId xmlns:a16="http://schemas.microsoft.com/office/drawing/2014/main" id="{A13980EE-452D-67F7-991B-9FBDABA4F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296" y="1704152"/>
            <a:ext cx="2888748" cy="2216242"/>
          </a:xfrm>
          <a:prstGeom prst="rect">
            <a:avLst/>
          </a:prstGeom>
        </p:spPr>
      </p:pic>
      <p:pic>
        <p:nvPicPr>
          <p:cNvPr id="10" name="Picture 9" descr="Two glasses with crabs in it&#10;&#10;AI-generated content may be incorrect.">
            <a:extLst>
              <a:ext uri="{FF2B5EF4-FFF2-40B4-BE49-F238E27FC236}">
                <a16:creationId xmlns:a16="http://schemas.microsoft.com/office/drawing/2014/main" id="{AA4CBE1A-DF1D-C36A-7432-E13C1749BF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129" y="1713335"/>
            <a:ext cx="3042518" cy="22033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DF9B5F-9894-260A-EDD6-444AA48738AA}"/>
              </a:ext>
            </a:extLst>
          </p:cNvPr>
          <p:cNvSpPr txBox="1"/>
          <p:nvPr/>
        </p:nvSpPr>
        <p:spPr>
          <a:xfrm>
            <a:off x="3208720" y="327025"/>
            <a:ext cx="488908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/>
              <a:t>Data Collection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52847A-DD70-7F58-36E9-C5D5C08332E7}"/>
              </a:ext>
            </a:extLst>
          </p:cNvPr>
          <p:cNvSpPr txBox="1"/>
          <p:nvPr/>
        </p:nvSpPr>
        <p:spPr>
          <a:xfrm>
            <a:off x="3426259" y="4635042"/>
            <a:ext cx="445687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Dependent Variables (stress indicators):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latin typeface="Aptos"/>
                <a:ea typeface="Arial"/>
                <a:cs typeface="Arial"/>
              </a:rPr>
              <a:t>Antenna beats per minute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latin typeface="Aptos"/>
                <a:ea typeface="Arial"/>
                <a:cs typeface="Arial"/>
              </a:rPr>
              <a:t>Respirometry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latin typeface="Aptos"/>
                <a:ea typeface="Arial"/>
                <a:cs typeface="Arial"/>
              </a:rPr>
              <a:t>Righting time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latin typeface="Aptos"/>
                <a:ea typeface="Arial"/>
                <a:cs typeface="Arial"/>
              </a:rPr>
              <a:t>Hemolymph osmolarity (osmoregulation)</a:t>
            </a:r>
          </a:p>
        </p:txBody>
      </p:sp>
    </p:spTree>
    <p:extLst>
      <p:ext uri="{BB962C8B-B14F-4D97-AF65-F5344CB8AC3E}">
        <p14:creationId xmlns:p14="http://schemas.microsoft.com/office/powerpoint/2010/main" val="2643062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D62C8-25CA-AF09-CEC3-F3B9B9DA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0D99891-C573-B991-1029-40E81543496C}"/>
              </a:ext>
            </a:extLst>
          </p:cNvPr>
          <p:cNvSpPr txBox="1"/>
          <p:nvPr/>
        </p:nvSpPr>
        <p:spPr>
          <a:xfrm>
            <a:off x="3445787" y="333798"/>
            <a:ext cx="488908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/>
              <a:t>Design Choices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A5C12E-4932-124D-7050-17369D35AEA6}"/>
              </a:ext>
            </a:extLst>
          </p:cNvPr>
          <p:cNvSpPr txBox="1"/>
          <p:nvPr/>
        </p:nvSpPr>
        <p:spPr>
          <a:xfrm>
            <a:off x="297712" y="1446029"/>
            <a:ext cx="1137683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Constant noise exposure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Need to be able to monitor response after exposure for at least 8 hours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Best imitation of real-world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Single noise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Various noise types may affect crabs differently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Changing songs/volume/pitch throughout may alter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Continuous monitoring over experiment duration instead of weekly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/>
              <a:t>Allows us to see if physiological stress worsens over time or if response is immediate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9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2C348C-FC88-A591-489C-0FD6C5B5C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0A0C-4445-4863-8E84-91F7D9E0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151" y="392147"/>
            <a:ext cx="10515600" cy="1325563"/>
          </a:xfrm>
        </p:spPr>
        <p:txBody>
          <a:bodyPr/>
          <a:lstStyle/>
          <a:p>
            <a:r>
              <a:rPr lang="en-US" b="1"/>
              <a:t>Literature Baselines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F0329-6731-68BF-9220-C7E4F21BA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42" y="1555512"/>
            <a:ext cx="12114133" cy="53365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Established physiological norms for shore crabs at rest:</a:t>
            </a:r>
            <a:endParaRPr lang="en-US"/>
          </a:p>
          <a:p>
            <a:pPr>
              <a:buNone/>
            </a:pPr>
            <a:endParaRPr lang="en-US" b="1">
              <a:solidFill>
                <a:srgbClr val="000000"/>
              </a:solidFill>
              <a:latin typeface="Aptos" panose="02110004020202020204"/>
              <a:ea typeface="Roboto"/>
              <a:cs typeface="Roboto"/>
            </a:endParaRPr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b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Respiration rate: </a:t>
            </a:r>
            <a:r>
              <a:rPr lang="en-US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1.5 - 2.5 </a:t>
            </a:r>
            <a:r>
              <a:rPr lang="en-US" err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μmol</a:t>
            </a:r>
            <a:r>
              <a:rPr lang="en-US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 O₂ / g / h (Wale et al. 2013)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b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Antenna beat rate: </a:t>
            </a:r>
            <a:r>
              <a:rPr lang="en-US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40 - 80 beats / min (Literature Standard)</a:t>
            </a:r>
            <a:endParaRPr lang="en-US"/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b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Hemolymph osmolarity: </a:t>
            </a:r>
            <a:r>
              <a:rPr lang="en-US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900 - 1050 </a:t>
            </a:r>
            <a:r>
              <a:rPr lang="en-US" err="1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mOsm</a:t>
            </a:r>
            <a:r>
              <a:rPr lang="en-US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/kg (Regional Baselines)</a:t>
            </a:r>
            <a:endParaRPr lang="en-US"/>
          </a:p>
          <a:p>
            <a:pPr>
              <a:buNone/>
            </a:pPr>
            <a:endParaRPr lang="en-US">
              <a:solidFill>
                <a:srgbClr val="000000"/>
              </a:solidFill>
              <a:latin typeface="Aptos" panose="02110004020202020204"/>
              <a:ea typeface="Roboto"/>
              <a:cs typeface="Roboto"/>
            </a:endParaRPr>
          </a:p>
          <a:p>
            <a:pPr>
              <a:buNone/>
            </a:pPr>
            <a:r>
              <a:rPr lang="en-US">
                <a:solidFill>
                  <a:srgbClr val="000000"/>
                </a:solidFill>
                <a:latin typeface="Aptos" panose="02110004020202020204"/>
                <a:ea typeface="Roboto"/>
                <a:cs typeface="Roboto"/>
              </a:rPr>
              <a:t>These values serve as our control benchmarks. Deviations in treatment crabs will indicate anthropogenic noise-induced physiological stress.</a:t>
            </a:r>
            <a:endParaRPr lang="en-US"/>
          </a:p>
          <a:p>
            <a:pPr marL="0" indent="0">
              <a:buNone/>
            </a:pPr>
            <a:endParaRPr lang="en-US" b="1">
              <a:solidFill>
                <a:srgbClr val="000000"/>
              </a:solidFill>
              <a:latin typeface="Aptos" panose="02110004020202020204"/>
              <a:ea typeface="Roboto"/>
              <a:cs typeface="Roboto"/>
            </a:endParaRPr>
          </a:p>
          <a:p>
            <a:pPr>
              <a:buFont typeface="Calibri" panose="020B0604020202020204" pitchFamily="34" charset="0"/>
              <a:buChar char="-"/>
            </a:pPr>
            <a:endParaRPr lang="en-US">
              <a:ea typeface="Roboto"/>
              <a:cs typeface="Roboto"/>
            </a:endParaRPr>
          </a:p>
          <a:p>
            <a:pPr>
              <a:buFont typeface="Calibri" panose="020B0604020202020204" pitchFamily="34" charset="0"/>
              <a:buChar char="-"/>
            </a:pPr>
            <a:endParaRPr lang="en-US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550508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24205-7B56-7B28-2C2D-8EF61AE9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762A-C0FE-277E-3B3D-BC85DFC9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3CB6F-4063-8ED6-8C66-E1F624064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 How will our collected data help us answer our research question?</a:t>
            </a:r>
          </a:p>
          <a:p>
            <a:pPr lvl="1"/>
            <a:r>
              <a:rPr lang="en-US"/>
              <a:t>Comparing treatment group to control isolates effect of noise and will identify physiological stress response to anthropogenic noise </a:t>
            </a:r>
            <a:endParaRPr lang="en-US" sz="2800"/>
          </a:p>
          <a:p>
            <a:pPr>
              <a:buFont typeface="Arial"/>
              <a:buChar char="•"/>
            </a:pPr>
            <a:r>
              <a:rPr lang="en-US"/>
              <a:t>Application</a:t>
            </a:r>
          </a:p>
          <a:p>
            <a:pPr marL="971550" lvl="1" indent="-285750">
              <a:buFont typeface="Arial"/>
              <a:buChar char="•"/>
            </a:pPr>
            <a:r>
              <a:rPr lang="en-US"/>
              <a:t>Inform conservation efforts and guide future construction permitting</a:t>
            </a:r>
          </a:p>
          <a:p>
            <a:r>
              <a:rPr lang="en-US"/>
              <a:t>Study Limits</a:t>
            </a:r>
          </a:p>
          <a:p>
            <a:pPr lvl="1"/>
            <a:r>
              <a:rPr lang="en-US"/>
              <a:t>Time length</a:t>
            </a:r>
          </a:p>
          <a:p>
            <a:pPr lvl="2"/>
            <a:r>
              <a:rPr lang="en-US"/>
              <a:t>Longer term chronic response (crabs living on construction sites) unclear</a:t>
            </a:r>
          </a:p>
          <a:p>
            <a:pPr lvl="1"/>
            <a:r>
              <a:rPr lang="en-US"/>
              <a:t>Number of replicates</a:t>
            </a:r>
          </a:p>
          <a:p>
            <a:pPr lvl="1"/>
            <a:endParaRPr lang="en-US" sz="2200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00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3CE77-E3C3-567E-F062-518C4696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791FF-1763-438D-989F-625A7E45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58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9600" b="1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055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B03F-D283-6418-E4D6-2216F5978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33" y="380519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3E542-7863-2B66-EDEE-57F87654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82" y="2087323"/>
            <a:ext cx="11708630" cy="188061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n-US" sz="8000">
                <a:ea typeface="+mn-lt"/>
                <a:cs typeface="+mn-lt"/>
              </a:rPr>
              <a:t>Jensen GC, McDonald PS, Armstrong DA (2002) East meets west: competitive interactions between green crab </a:t>
            </a:r>
            <a:r>
              <a:rPr lang="en-US" sz="8000" err="1">
                <a:ea typeface="+mn-lt"/>
                <a:cs typeface="+mn-lt"/>
              </a:rPr>
              <a:t>Carcinus</a:t>
            </a:r>
            <a:r>
              <a:rPr lang="en-US" sz="8000">
                <a:ea typeface="+mn-lt"/>
                <a:cs typeface="+mn-lt"/>
              </a:rPr>
              <a:t> </a:t>
            </a:r>
            <a:r>
              <a:rPr lang="en-US" sz="8000" err="1">
                <a:ea typeface="+mn-lt"/>
                <a:cs typeface="+mn-lt"/>
              </a:rPr>
              <a:t>maenas</a:t>
            </a:r>
            <a:r>
              <a:rPr lang="en-US" sz="8000">
                <a:ea typeface="+mn-lt"/>
                <a:cs typeface="+mn-lt"/>
              </a:rPr>
              <a:t>, and native and introduced shore crab </a:t>
            </a:r>
            <a:r>
              <a:rPr lang="en-US" sz="8000" err="1">
                <a:ea typeface="+mn-lt"/>
                <a:cs typeface="+mn-lt"/>
              </a:rPr>
              <a:t>Hemigrapsus</a:t>
            </a:r>
            <a:r>
              <a:rPr lang="en-US" sz="8000">
                <a:ea typeface="+mn-lt"/>
                <a:cs typeface="+mn-lt"/>
              </a:rPr>
              <a:t> spp.. Mar </a:t>
            </a:r>
            <a:r>
              <a:rPr lang="en-US" sz="8000" err="1">
                <a:ea typeface="+mn-lt"/>
                <a:cs typeface="+mn-lt"/>
              </a:rPr>
              <a:t>Ecol</a:t>
            </a:r>
            <a:r>
              <a:rPr lang="en-US" sz="8000">
                <a:ea typeface="+mn-lt"/>
                <a:cs typeface="+mn-lt"/>
              </a:rPr>
              <a:t> Prog Ser 225:251-262 https://doi.org/10.3354/meps225251</a:t>
            </a:r>
          </a:p>
          <a:p>
            <a:r>
              <a:rPr lang="en-US" sz="8000">
                <a:ea typeface="+mn-lt"/>
                <a:cs typeface="+mn-lt"/>
              </a:rPr>
              <a:t>Peng C, Zhao X, Liu G. Noise in the Sea and Its Impacts on Marine Organisms. Int J Environ Res Public Health. 2015 Sep 30;12(10):12304-23. </a:t>
            </a:r>
            <a:r>
              <a:rPr lang="en-US" sz="8000" err="1">
                <a:ea typeface="+mn-lt"/>
                <a:cs typeface="+mn-lt"/>
              </a:rPr>
              <a:t>doi</a:t>
            </a:r>
            <a:r>
              <a:rPr lang="en-US" sz="8000">
                <a:ea typeface="+mn-lt"/>
                <a:cs typeface="+mn-lt"/>
              </a:rPr>
              <a:t>: 10.3390/ijerph121012304. PMID: 26437424; PMCID: PMC4626970.</a:t>
            </a:r>
            <a:endParaRPr lang="en-US" sz="8000"/>
          </a:p>
          <a:p>
            <a:r>
              <a:rPr lang="en-US" sz="8000">
                <a:latin typeface="Aptos"/>
                <a:ea typeface="Roboto"/>
                <a:cs typeface="Roboto"/>
              </a:rPr>
              <a:t>Carlos M. Duarte </a:t>
            </a:r>
            <a:r>
              <a:rPr lang="en-US" sz="8000" i="1">
                <a:latin typeface="Aptos"/>
                <a:ea typeface="Roboto"/>
                <a:cs typeface="Roboto"/>
              </a:rPr>
              <a:t>et al., </a:t>
            </a:r>
            <a:r>
              <a:rPr lang="en-US" sz="8000">
                <a:latin typeface="Aptos"/>
                <a:ea typeface="Roboto"/>
                <a:cs typeface="Roboto"/>
              </a:rPr>
              <a:t>The soundscape of the Anthropocene ocean.</a:t>
            </a:r>
            <a:r>
              <a:rPr lang="en-US" sz="8000" i="1">
                <a:latin typeface="Aptos"/>
                <a:ea typeface="Roboto"/>
                <a:cs typeface="Roboto"/>
              </a:rPr>
              <a:t>Science</a:t>
            </a:r>
            <a:r>
              <a:rPr lang="en-US" sz="8000">
                <a:latin typeface="Aptos"/>
                <a:ea typeface="Roboto"/>
                <a:cs typeface="Roboto"/>
              </a:rPr>
              <a:t>371,eaba4658(2021).DOI:</a:t>
            </a:r>
            <a:r>
              <a:rPr lang="en-US" sz="8000">
                <a:latin typeface="Aptos"/>
                <a:ea typeface="Roboto"/>
                <a:cs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10.1126/science.aba4658</a:t>
            </a:r>
            <a:endParaRPr lang="en-US" sz="8000">
              <a:latin typeface="Aptos"/>
            </a:endParaRPr>
          </a:p>
          <a:p>
            <a:r>
              <a:rPr lang="en-US" sz="8000">
                <a:ea typeface="+mn-lt"/>
                <a:cs typeface="+mn-lt"/>
              </a:rPr>
              <a:t>Birch A, Cox KD, </a:t>
            </a:r>
            <a:r>
              <a:rPr lang="en-US" sz="8000" err="1">
                <a:ea typeface="+mn-lt"/>
                <a:cs typeface="+mn-lt"/>
              </a:rPr>
              <a:t>Murchy</a:t>
            </a:r>
            <a:r>
              <a:rPr lang="en-US" sz="8000">
                <a:ea typeface="+mn-lt"/>
                <a:cs typeface="+mn-lt"/>
              </a:rPr>
              <a:t> KA, Emry S, Harley CDG. Shipping noise tolerance in invertebrates: A case study of the shore crab </a:t>
            </a:r>
            <a:r>
              <a:rPr lang="en-US" sz="8000" err="1">
                <a:ea typeface="+mn-lt"/>
                <a:cs typeface="+mn-lt"/>
              </a:rPr>
              <a:t>Hemigrapsus</a:t>
            </a:r>
            <a:r>
              <a:rPr lang="en-US" sz="8000">
                <a:ea typeface="+mn-lt"/>
                <a:cs typeface="+mn-lt"/>
              </a:rPr>
              <a:t> </a:t>
            </a:r>
            <a:r>
              <a:rPr lang="en-US" sz="8000" err="1">
                <a:ea typeface="+mn-lt"/>
                <a:cs typeface="+mn-lt"/>
              </a:rPr>
              <a:t>oregonensis</a:t>
            </a:r>
            <a:r>
              <a:rPr lang="en-US" sz="8000">
                <a:ea typeface="+mn-lt"/>
                <a:cs typeface="+mn-lt"/>
              </a:rPr>
              <a:t>. </a:t>
            </a:r>
            <a:r>
              <a:rPr lang="en-US" sz="8000" err="1">
                <a:ea typeface="+mn-lt"/>
                <a:cs typeface="+mn-lt"/>
              </a:rPr>
              <a:t>PLoS</a:t>
            </a:r>
            <a:r>
              <a:rPr lang="en-US" sz="8000">
                <a:ea typeface="+mn-lt"/>
                <a:cs typeface="+mn-lt"/>
              </a:rPr>
              <a:t> One. 2025 Aug 12;20(8):e0329098. </a:t>
            </a:r>
            <a:r>
              <a:rPr lang="en-US" sz="8000" err="1">
                <a:ea typeface="+mn-lt"/>
                <a:cs typeface="+mn-lt"/>
              </a:rPr>
              <a:t>doi</a:t>
            </a:r>
            <a:r>
              <a:rPr lang="en-US" sz="8000">
                <a:ea typeface="+mn-lt"/>
                <a:cs typeface="+mn-lt"/>
              </a:rPr>
              <a:t>: 10.1371/journal.pone.0329098. PMID: 40794759; PMCID: PMC12342237.</a:t>
            </a:r>
          </a:p>
          <a:p>
            <a:r>
              <a:rPr lang="en-US" sz="8000"/>
              <a:t>A. Meriwether W. Wilson, Robert </a:t>
            </a:r>
            <a:r>
              <a:rPr lang="en-US" sz="8000" err="1"/>
              <a:t>Mugerauer</a:t>
            </a:r>
            <a:r>
              <a:rPr lang="en-US" sz="8000"/>
              <a:t>, Terrie Klinger, Rethinking marine infrastructure policy and practice: Insights from three large-scale marina developments in Seattle, Marine Policy, Volume 53, 2015, Pages 67-82, ISSN 0308-597X, https://doi.org/10.1016/j.marpol.2014.11.020. (https://www.sciencedirect.com/science/article/pii/S0308597X14003212)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07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Background </vt:lpstr>
      <vt:lpstr>PowerPoint Presentation</vt:lpstr>
      <vt:lpstr>Hypothesis</vt:lpstr>
      <vt:lpstr>PowerPoint Presentation</vt:lpstr>
      <vt:lpstr>PowerPoint Presentation</vt:lpstr>
      <vt:lpstr>PowerPoint Presentation</vt:lpstr>
      <vt:lpstr>Literature Baselines</vt:lpstr>
      <vt:lpstr>Data Application</vt:lpstr>
      <vt:lpstr>ANY QUESTIONS?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 .</dc:creator>
  <cp:revision>1</cp:revision>
  <dcterms:created xsi:type="dcterms:W3CDTF">2026-04-14T23:10:32Z</dcterms:created>
  <dcterms:modified xsi:type="dcterms:W3CDTF">2026-04-21T19:51:23Z</dcterms:modified>
</cp:coreProperties>
</file>